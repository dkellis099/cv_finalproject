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Lst>
  <p:sldSz cx="36576000" cy="27432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1055076"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000000"/>
        </a:solidFill>
        <a:effectLst/>
        <a:uFillTx/>
        <a:latin typeface="+mn-lt"/>
        <a:ea typeface="+mn-ea"/>
        <a:cs typeface="+mn-cs"/>
        <a:sym typeface="Arial"/>
      </a:defRPr>
    </a:lvl1pPr>
    <a:lvl2pPr marL="0" marR="0" indent="0" algn="l" defTabSz="1055076"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000000"/>
        </a:solidFill>
        <a:effectLst/>
        <a:uFillTx/>
        <a:latin typeface="+mn-lt"/>
        <a:ea typeface="+mn-ea"/>
        <a:cs typeface="+mn-cs"/>
        <a:sym typeface="Arial"/>
      </a:defRPr>
    </a:lvl2pPr>
    <a:lvl3pPr marL="0" marR="0" indent="0" algn="l" defTabSz="1055076"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000000"/>
        </a:solidFill>
        <a:effectLst/>
        <a:uFillTx/>
        <a:latin typeface="+mn-lt"/>
        <a:ea typeface="+mn-ea"/>
        <a:cs typeface="+mn-cs"/>
        <a:sym typeface="Arial"/>
      </a:defRPr>
    </a:lvl3pPr>
    <a:lvl4pPr marL="0" marR="0" indent="0" algn="l" defTabSz="1055076"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000000"/>
        </a:solidFill>
        <a:effectLst/>
        <a:uFillTx/>
        <a:latin typeface="+mn-lt"/>
        <a:ea typeface="+mn-ea"/>
        <a:cs typeface="+mn-cs"/>
        <a:sym typeface="Arial"/>
      </a:defRPr>
    </a:lvl4pPr>
    <a:lvl5pPr marL="0" marR="0" indent="0" algn="l" defTabSz="1055076"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000000"/>
        </a:solidFill>
        <a:effectLst/>
        <a:uFillTx/>
        <a:latin typeface="+mn-lt"/>
        <a:ea typeface="+mn-ea"/>
        <a:cs typeface="+mn-cs"/>
        <a:sym typeface="Arial"/>
      </a:defRPr>
    </a:lvl5pPr>
    <a:lvl6pPr marL="0" marR="0" indent="0" algn="l" defTabSz="1055076"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000000"/>
        </a:solidFill>
        <a:effectLst/>
        <a:uFillTx/>
        <a:latin typeface="+mn-lt"/>
        <a:ea typeface="+mn-ea"/>
        <a:cs typeface="+mn-cs"/>
        <a:sym typeface="Arial"/>
      </a:defRPr>
    </a:lvl6pPr>
    <a:lvl7pPr marL="0" marR="0" indent="0" algn="l" defTabSz="1055076"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000000"/>
        </a:solidFill>
        <a:effectLst/>
        <a:uFillTx/>
        <a:latin typeface="+mn-lt"/>
        <a:ea typeface="+mn-ea"/>
        <a:cs typeface="+mn-cs"/>
        <a:sym typeface="Arial"/>
      </a:defRPr>
    </a:lvl7pPr>
    <a:lvl8pPr marL="0" marR="0" indent="0" algn="l" defTabSz="1055076"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000000"/>
        </a:solidFill>
        <a:effectLst/>
        <a:uFillTx/>
        <a:latin typeface="+mn-lt"/>
        <a:ea typeface="+mn-ea"/>
        <a:cs typeface="+mn-cs"/>
        <a:sym typeface="Arial"/>
      </a:defRPr>
    </a:lvl8pPr>
    <a:lvl9pPr marL="0" marR="0" indent="0" algn="l" defTabSz="1055076"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000000"/>
        </a:solidFill>
        <a:effectLst/>
        <a:uFillTx/>
        <a:latin typeface="+mn-lt"/>
        <a:ea typeface="+mn-ea"/>
        <a:cs typeface="+mn-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3175" cap="flat">
              <a:solidFill>
                <a:srgbClr val="9E9E9E"/>
              </a:solidFill>
              <a:prstDash val="solid"/>
              <a:round/>
            </a:ln>
          </a:left>
          <a:right>
            <a:ln w="3175" cap="flat">
              <a:solidFill>
                <a:srgbClr val="9E9E9E"/>
              </a:solidFill>
              <a:prstDash val="solid"/>
              <a:round/>
            </a:ln>
          </a:right>
          <a:top>
            <a:ln w="3175" cap="flat">
              <a:solidFill>
                <a:srgbClr val="9E9E9E"/>
              </a:solidFill>
              <a:prstDash val="solid"/>
              <a:round/>
            </a:ln>
          </a:top>
          <a:bottom>
            <a:ln w="3175" cap="flat">
              <a:solidFill>
                <a:srgbClr val="9E9E9E"/>
              </a:solidFill>
              <a:prstDash val="solid"/>
              <a:round/>
            </a:ln>
          </a:bottom>
          <a:insideH>
            <a:ln w="3175" cap="flat">
              <a:solidFill>
                <a:srgbClr val="9E9E9E"/>
              </a:solidFill>
              <a:prstDash val="solid"/>
              <a:round/>
            </a:ln>
          </a:insideH>
          <a:insideV>
            <a:ln w="3175" cap="flat">
              <a:solidFill>
                <a:srgbClr val="9E9E9E"/>
              </a:solidFill>
              <a:prstDash val="solid"/>
              <a:round/>
            </a:ln>
          </a:insideV>
        </a:tcBdr>
        <a:fill>
          <a:noFill/>
        </a:fill>
      </a:tcStyle>
    </a:wholeTbl>
    <a:band2H>
      <a:tcTxStyle b="def" i="def"/>
      <a:tcStyle>
        <a:tcBdr/>
        <a:fill>
          <a:solidFill>
            <a:srgbClr val="FFFFFF"/>
          </a:solidFill>
        </a:fill>
      </a:tcStyle>
    </a:band2H>
    <a:firstCol>
      <a:tcTxStyle b="off" i="off">
        <a:fontRef idx="minor">
          <a:srgbClr val="000000"/>
        </a:fontRef>
        <a:srgbClr val="000000"/>
      </a:tcTxStyle>
      <a:tcStyle>
        <a:tcBdr>
          <a:left>
            <a:ln w="3175" cap="flat">
              <a:solidFill>
                <a:srgbClr val="9E9E9E"/>
              </a:solidFill>
              <a:prstDash val="solid"/>
              <a:round/>
            </a:ln>
          </a:left>
          <a:right>
            <a:ln w="3175" cap="flat">
              <a:solidFill>
                <a:srgbClr val="9E9E9E"/>
              </a:solidFill>
              <a:prstDash val="solid"/>
              <a:round/>
            </a:ln>
          </a:right>
          <a:top>
            <a:ln w="3175" cap="flat">
              <a:solidFill>
                <a:srgbClr val="9E9E9E"/>
              </a:solidFill>
              <a:prstDash val="solid"/>
              <a:round/>
            </a:ln>
          </a:top>
          <a:bottom>
            <a:ln w="3175" cap="flat">
              <a:solidFill>
                <a:srgbClr val="9E9E9E"/>
              </a:solidFill>
              <a:prstDash val="solid"/>
              <a:round/>
            </a:ln>
          </a:bottom>
          <a:insideH>
            <a:ln w="3175" cap="flat">
              <a:solidFill>
                <a:srgbClr val="9E9E9E"/>
              </a:solidFill>
              <a:prstDash val="solid"/>
              <a:round/>
            </a:ln>
          </a:insideH>
          <a:insideV>
            <a:ln w="3175" cap="flat">
              <a:solidFill>
                <a:srgbClr val="9E9E9E"/>
              </a:solidFill>
              <a:prstDash val="solid"/>
              <a:round/>
            </a:ln>
          </a:insideV>
        </a:tcBdr>
        <a:fill>
          <a:noFill/>
        </a:fill>
      </a:tcStyle>
    </a:firstCol>
    <a:lastRow>
      <a:tcTxStyle b="off" i="off">
        <a:fontRef idx="minor">
          <a:srgbClr val="000000"/>
        </a:fontRef>
        <a:srgbClr val="000000"/>
      </a:tcTxStyle>
      <a:tcStyle>
        <a:tcBdr>
          <a:left>
            <a:ln w="3175" cap="flat">
              <a:solidFill>
                <a:srgbClr val="9E9E9E"/>
              </a:solidFill>
              <a:prstDash val="solid"/>
              <a:round/>
            </a:ln>
          </a:left>
          <a:right>
            <a:ln w="3175" cap="flat">
              <a:solidFill>
                <a:srgbClr val="9E9E9E"/>
              </a:solidFill>
              <a:prstDash val="solid"/>
              <a:round/>
            </a:ln>
          </a:right>
          <a:top>
            <a:ln w="3175" cap="flat">
              <a:solidFill>
                <a:srgbClr val="9E9E9E"/>
              </a:solidFill>
              <a:prstDash val="solid"/>
              <a:round/>
            </a:ln>
          </a:top>
          <a:bottom>
            <a:ln w="3175" cap="flat">
              <a:solidFill>
                <a:srgbClr val="9E9E9E"/>
              </a:solidFill>
              <a:prstDash val="solid"/>
              <a:round/>
            </a:ln>
          </a:bottom>
          <a:insideH>
            <a:ln w="3175" cap="flat">
              <a:solidFill>
                <a:srgbClr val="9E9E9E"/>
              </a:solidFill>
              <a:prstDash val="solid"/>
              <a:round/>
            </a:ln>
          </a:insideH>
          <a:insideV>
            <a:ln w="3175" cap="flat">
              <a:solidFill>
                <a:srgbClr val="9E9E9E"/>
              </a:solidFill>
              <a:prstDash val="solid"/>
              <a:round/>
            </a:ln>
          </a:insideV>
        </a:tcBdr>
        <a:fill>
          <a:noFill/>
        </a:fill>
      </a:tcStyle>
    </a:lastRow>
    <a:firstRow>
      <a:tcTxStyle b="off" i="off">
        <a:fontRef idx="minor">
          <a:srgbClr val="000000"/>
        </a:fontRef>
        <a:srgbClr val="000000"/>
      </a:tcTxStyle>
      <a:tcStyle>
        <a:tcBdr>
          <a:left>
            <a:ln w="3175" cap="flat">
              <a:solidFill>
                <a:srgbClr val="9E9E9E"/>
              </a:solidFill>
              <a:prstDash val="solid"/>
              <a:round/>
            </a:ln>
          </a:left>
          <a:right>
            <a:ln w="3175" cap="flat">
              <a:solidFill>
                <a:srgbClr val="9E9E9E"/>
              </a:solidFill>
              <a:prstDash val="solid"/>
              <a:round/>
            </a:ln>
          </a:right>
          <a:top>
            <a:ln w="3175" cap="flat">
              <a:solidFill>
                <a:srgbClr val="9E9E9E"/>
              </a:solidFill>
              <a:prstDash val="solid"/>
              <a:round/>
            </a:ln>
          </a:top>
          <a:bottom>
            <a:ln w="3175" cap="flat">
              <a:solidFill>
                <a:srgbClr val="9E9E9E"/>
              </a:solidFill>
              <a:prstDash val="solid"/>
              <a:round/>
            </a:ln>
          </a:bottom>
          <a:insideH>
            <a:ln w="3175" cap="flat">
              <a:solidFill>
                <a:srgbClr val="9E9E9E"/>
              </a:solidFill>
              <a:prstDash val="solid"/>
              <a:round/>
            </a:ln>
          </a:insideH>
          <a:insideV>
            <a:ln w="3175" cap="flat">
              <a:solidFill>
                <a:srgbClr val="9E9E9E"/>
              </a:solidFill>
              <a:prstDash val="solid"/>
              <a:round/>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8FB"/>
          </a:solidFill>
        </a:fill>
      </a:tcStyle>
    </a:wholeTbl>
    <a:band2H>
      <a:tcTxStyle b="def" i="def"/>
      <a:tcStyle>
        <a:tcBdr/>
        <a:fill>
          <a:solidFill>
            <a:srgbClr val="E8EDF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BDE"/>
          </a:solidFill>
        </a:fill>
      </a:tcStyle>
    </a:wholeTbl>
    <a:band2H>
      <a:tcTxStyle b="def" i="def"/>
      <a:tcStyle>
        <a:tcBdr/>
        <a:fill>
          <a:solidFill>
            <a:srgbClr val="EBEEE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FFCD"/>
          </a:solidFill>
        </a:fill>
      </a:tcStyle>
    </a:wholeTbl>
    <a:band2H>
      <a:tcTxStyle b="def" i="def"/>
      <a:tcStyle>
        <a:tcBdr/>
        <a:fill>
          <a:solidFill>
            <a:srgbClr val="FCFF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6" name="Shape 106"/>
          <p:cNvSpPr/>
          <p:nvPr>
            <p:ph type="sldImg"/>
          </p:nvPr>
        </p:nvSpPr>
        <p:spPr>
          <a:xfrm>
            <a:off x="1143000" y="685800"/>
            <a:ext cx="4572000" cy="3429000"/>
          </a:xfrm>
          <a:prstGeom prst="rect">
            <a:avLst/>
          </a:prstGeom>
        </p:spPr>
        <p:txBody>
          <a:bodyPr/>
          <a:lstStyle/>
          <a:p>
            <a:pPr/>
          </a:p>
        </p:txBody>
      </p:sp>
      <p:sp>
        <p:nvSpPr>
          <p:cNvPr id="107" name="Shape 10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1055076" latinLnBrk="0">
      <a:defRPr sz="1600">
        <a:latin typeface="+mn-lt"/>
        <a:ea typeface="+mn-ea"/>
        <a:cs typeface="+mn-cs"/>
        <a:sym typeface="Arial"/>
      </a:defRPr>
    </a:lvl1pPr>
    <a:lvl2pPr indent="228600" defTabSz="1055076" latinLnBrk="0">
      <a:defRPr sz="1600">
        <a:latin typeface="+mn-lt"/>
        <a:ea typeface="+mn-ea"/>
        <a:cs typeface="+mn-cs"/>
        <a:sym typeface="Arial"/>
      </a:defRPr>
    </a:lvl2pPr>
    <a:lvl3pPr indent="457200" defTabSz="1055076" latinLnBrk="0">
      <a:defRPr sz="1600">
        <a:latin typeface="+mn-lt"/>
        <a:ea typeface="+mn-ea"/>
        <a:cs typeface="+mn-cs"/>
        <a:sym typeface="Arial"/>
      </a:defRPr>
    </a:lvl3pPr>
    <a:lvl4pPr indent="685800" defTabSz="1055076" latinLnBrk="0">
      <a:defRPr sz="1600">
        <a:latin typeface="+mn-lt"/>
        <a:ea typeface="+mn-ea"/>
        <a:cs typeface="+mn-cs"/>
        <a:sym typeface="Arial"/>
      </a:defRPr>
    </a:lvl4pPr>
    <a:lvl5pPr indent="914400" defTabSz="1055076" latinLnBrk="0">
      <a:defRPr sz="1600">
        <a:latin typeface="+mn-lt"/>
        <a:ea typeface="+mn-ea"/>
        <a:cs typeface="+mn-cs"/>
        <a:sym typeface="Arial"/>
      </a:defRPr>
    </a:lvl5pPr>
    <a:lvl6pPr indent="1143000" defTabSz="1055076" latinLnBrk="0">
      <a:defRPr sz="1600">
        <a:latin typeface="+mn-lt"/>
        <a:ea typeface="+mn-ea"/>
        <a:cs typeface="+mn-cs"/>
        <a:sym typeface="Arial"/>
      </a:defRPr>
    </a:lvl6pPr>
    <a:lvl7pPr indent="1371600" defTabSz="1055076" latinLnBrk="0">
      <a:defRPr sz="1600">
        <a:latin typeface="+mn-lt"/>
        <a:ea typeface="+mn-ea"/>
        <a:cs typeface="+mn-cs"/>
        <a:sym typeface="Arial"/>
      </a:defRPr>
    </a:lvl7pPr>
    <a:lvl8pPr indent="1600200" defTabSz="1055076" latinLnBrk="0">
      <a:defRPr sz="1600">
        <a:latin typeface="+mn-lt"/>
        <a:ea typeface="+mn-ea"/>
        <a:cs typeface="+mn-cs"/>
        <a:sym typeface="Arial"/>
      </a:defRPr>
    </a:lvl8pPr>
    <a:lvl9pPr indent="1828800" defTabSz="1055076" latinLnBrk="0">
      <a:defRPr sz="1600">
        <a:latin typeface="+mn-lt"/>
        <a:ea typeface="+mn-ea"/>
        <a:cs typeface="+mn-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xfrm>
            <a:off x="1246832" y="4331989"/>
            <a:ext cx="34082336" cy="10541669"/>
          </a:xfrm>
          <a:prstGeom prst="rect">
            <a:avLst/>
          </a:prstGeom>
        </p:spPr>
        <p:txBody>
          <a:bodyPr anchor="b"/>
          <a:lstStyle>
            <a:lvl1pPr algn="ctr">
              <a:defRPr sz="23600"/>
            </a:lvl1pPr>
          </a:lstStyle>
          <a:p>
            <a:pPr/>
            <a:r>
              <a:t>Title Text</a:t>
            </a:r>
          </a:p>
        </p:txBody>
      </p:sp>
      <p:sp>
        <p:nvSpPr>
          <p:cNvPr id="12" name="Body Level One…"/>
          <p:cNvSpPr txBox="1"/>
          <p:nvPr>
            <p:ph type="body" sz="quarter" idx="1"/>
          </p:nvPr>
        </p:nvSpPr>
        <p:spPr>
          <a:xfrm>
            <a:off x="1246799" y="15063505"/>
            <a:ext cx="34082336" cy="4070668"/>
          </a:xfrm>
          <a:prstGeom prst="rect">
            <a:avLst/>
          </a:prstGeom>
        </p:spPr>
        <p:txBody>
          <a:bodyPr/>
          <a:lstStyle>
            <a:lvl1pPr marL="783980" indent="-1006230" algn="ctr">
              <a:lnSpc>
                <a:spcPct val="100000"/>
              </a:lnSpc>
              <a:buClrTx/>
              <a:buSzTx/>
              <a:buFontTx/>
              <a:buNone/>
              <a:defRPr sz="12600"/>
            </a:lvl1pPr>
            <a:lvl2pPr marL="783980" indent="-447430" algn="ctr">
              <a:lnSpc>
                <a:spcPct val="100000"/>
              </a:lnSpc>
              <a:buClrTx/>
              <a:buSzTx/>
              <a:buFontTx/>
              <a:buNone/>
              <a:defRPr sz="12600"/>
            </a:lvl2pPr>
            <a:lvl3pPr marL="783980" indent="9769" algn="ctr">
              <a:lnSpc>
                <a:spcPct val="100000"/>
              </a:lnSpc>
              <a:buClrTx/>
              <a:buSzTx/>
              <a:buFontTx/>
              <a:buNone/>
              <a:defRPr sz="12600"/>
            </a:lvl3pPr>
            <a:lvl4pPr marL="783980" indent="466969" algn="ctr">
              <a:lnSpc>
                <a:spcPct val="100000"/>
              </a:lnSpc>
              <a:buClrTx/>
              <a:buSzTx/>
              <a:buFontTx/>
              <a:buNone/>
              <a:defRPr sz="12600"/>
            </a:lvl4pPr>
            <a:lvl5pPr marL="783980" indent="924169" algn="ctr">
              <a:lnSpc>
                <a:spcPct val="100000"/>
              </a:lnSpc>
              <a:buClrTx/>
              <a:buSzTx/>
              <a:buFontTx/>
              <a:buNone/>
              <a:defRPr sz="126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20" name="Title Text"/>
          <p:cNvSpPr txBox="1"/>
          <p:nvPr>
            <p:ph type="title"/>
          </p:nvPr>
        </p:nvSpPr>
        <p:spPr>
          <a:xfrm>
            <a:off x="1246799" y="11554341"/>
            <a:ext cx="34082336" cy="4323335"/>
          </a:xfrm>
          <a:prstGeom prst="rect">
            <a:avLst/>
          </a:prstGeom>
        </p:spPr>
        <p:txBody>
          <a:bodyPr anchor="ctr"/>
          <a:lstStyle>
            <a:lvl1pPr algn="ctr">
              <a:defRPr sz="16200"/>
            </a:lvl1pPr>
          </a:lstStyle>
          <a:p>
            <a:pPr/>
            <a:r>
              <a:t>Title Text</a:t>
            </a:r>
          </a:p>
        </p:txBody>
      </p:sp>
      <p:sp>
        <p:nvSpPr>
          <p:cNvPr id="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BODY">
    <p:spTree>
      <p:nvGrpSpPr>
        <p:cNvPr id="1" name=""/>
        <p:cNvGrpSpPr/>
        <p:nvPr/>
      </p:nvGrpSpPr>
      <p:grpSpPr>
        <a:xfrm>
          <a:off x="0" y="0"/>
          <a:ext cx="0" cy="0"/>
          <a:chOff x="0" y="0"/>
          <a:chExt cx="0" cy="0"/>
        </a:xfrm>
      </p:grpSpPr>
      <p:sp>
        <p:nvSpPr>
          <p:cNvPr id="28" name="Title Text"/>
          <p:cNvSpPr txBox="1"/>
          <p:nvPr>
            <p:ph type="title"/>
          </p:nvPr>
        </p:nvSpPr>
        <p:spPr>
          <a:prstGeom prst="rect">
            <a:avLst/>
          </a:prstGeom>
        </p:spPr>
        <p:txBody>
          <a:bodyPr/>
          <a:lstStyle/>
          <a:p>
            <a:pPr/>
            <a:r>
              <a:t>Title Text</a:t>
            </a:r>
          </a:p>
        </p:txBody>
      </p:sp>
      <p:sp>
        <p:nvSpPr>
          <p:cNvPr id="29"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3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TWO_COLUMNS">
    <p:spTree>
      <p:nvGrpSpPr>
        <p:cNvPr id="1" name=""/>
        <p:cNvGrpSpPr/>
        <p:nvPr/>
      </p:nvGrpSpPr>
      <p:grpSpPr>
        <a:xfrm>
          <a:off x="0" y="0"/>
          <a:ext cx="0" cy="0"/>
          <a:chOff x="0" y="0"/>
          <a:chExt cx="0" cy="0"/>
        </a:xfrm>
      </p:grpSpPr>
      <p:sp>
        <p:nvSpPr>
          <p:cNvPr id="37" name="Title Text"/>
          <p:cNvSpPr txBox="1"/>
          <p:nvPr>
            <p:ph type="title"/>
          </p:nvPr>
        </p:nvSpPr>
        <p:spPr>
          <a:prstGeom prst="rect">
            <a:avLst/>
          </a:prstGeom>
        </p:spPr>
        <p:txBody>
          <a:bodyPr/>
          <a:lstStyle/>
          <a:p>
            <a:pPr/>
            <a:r>
              <a:t>Title Text</a:t>
            </a:r>
          </a:p>
        </p:txBody>
      </p:sp>
      <p:sp>
        <p:nvSpPr>
          <p:cNvPr id="38" name="Body Level One…"/>
          <p:cNvSpPr txBox="1"/>
          <p:nvPr>
            <p:ph type="body" sz="half" idx="1"/>
          </p:nvPr>
        </p:nvSpPr>
        <p:spPr>
          <a:xfrm>
            <a:off x="1246799" y="6426884"/>
            <a:ext cx="15999667" cy="17546003"/>
          </a:xfrm>
          <a:prstGeom prst="rect">
            <a:avLst/>
          </a:prstGeom>
        </p:spPr>
        <p:txBody>
          <a:bodyPr/>
          <a:lstStyle>
            <a:lvl1pPr marL="530744" indent="-651394">
              <a:buSzPts val="6200"/>
              <a:defRPr sz="6200"/>
            </a:lvl1pPr>
            <a:lvl2pPr marL="1082607" indent="-695257">
              <a:buSzPts val="6200"/>
              <a:defRPr sz="6200"/>
            </a:lvl2pPr>
            <a:lvl3pPr marL="1539807" indent="-695257">
              <a:buSzPts val="6200"/>
              <a:defRPr sz="6200"/>
            </a:lvl3pPr>
            <a:lvl4pPr marL="1997007" indent="-695257">
              <a:buSzPts val="6200"/>
              <a:defRPr sz="6200"/>
            </a:lvl4pPr>
            <a:lvl5pPr marL="2454207" indent="-695257">
              <a:buSzPts val="6200"/>
              <a:defRPr sz="6200"/>
            </a:lvl5pPr>
          </a:lstStyle>
          <a:p>
            <a:pPr/>
            <a:r>
              <a:t>Body Level One</a:t>
            </a:r>
          </a:p>
          <a:p>
            <a:pPr lvl="1"/>
            <a:r>
              <a:t>Body Level Two</a:t>
            </a:r>
          </a:p>
          <a:p>
            <a:pPr lvl="2"/>
            <a:r>
              <a:t>Body Level Three</a:t>
            </a:r>
          </a:p>
          <a:p>
            <a:pPr lvl="3"/>
            <a:r>
              <a:t>Body Level Four</a:t>
            </a:r>
          </a:p>
          <a:p>
            <a:pPr lvl="4"/>
            <a:r>
              <a:t>Body Level Five</a:t>
            </a:r>
          </a:p>
        </p:txBody>
      </p:sp>
      <p:sp>
        <p:nvSpPr>
          <p:cNvPr id="39" name="Google Shape;23;p5"/>
          <p:cNvSpPr txBox="1"/>
          <p:nvPr>
            <p:ph type="body" sz="half" idx="21"/>
          </p:nvPr>
        </p:nvSpPr>
        <p:spPr>
          <a:xfrm>
            <a:off x="19329599" y="6426884"/>
            <a:ext cx="15999668" cy="17546002"/>
          </a:xfrm>
          <a:prstGeom prst="rect">
            <a:avLst/>
          </a:prstGeom>
        </p:spPr>
        <p:txBody>
          <a:bodyPr/>
          <a:lstStyle/>
          <a:p>
            <a:pPr marL="530744" indent="-651394">
              <a:buSzPts val="6200"/>
              <a:defRPr sz="6200"/>
            </a:pP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NE_COLUMN_TEXT">
    <p:spTree>
      <p:nvGrpSpPr>
        <p:cNvPr id="1" name=""/>
        <p:cNvGrpSpPr/>
        <p:nvPr/>
      </p:nvGrpSpPr>
      <p:grpSpPr>
        <a:xfrm>
          <a:off x="0" y="0"/>
          <a:ext cx="0" cy="0"/>
          <a:chOff x="0" y="0"/>
          <a:chExt cx="0" cy="0"/>
        </a:xfrm>
      </p:grpSpPr>
      <p:sp>
        <p:nvSpPr>
          <p:cNvPr id="55" name="Title Text"/>
          <p:cNvSpPr txBox="1"/>
          <p:nvPr>
            <p:ph type="title"/>
          </p:nvPr>
        </p:nvSpPr>
        <p:spPr>
          <a:xfrm>
            <a:off x="1246799" y="3361451"/>
            <a:ext cx="11232001" cy="3881002"/>
          </a:xfrm>
          <a:prstGeom prst="rect">
            <a:avLst/>
          </a:prstGeom>
        </p:spPr>
        <p:txBody>
          <a:bodyPr anchor="b"/>
          <a:lstStyle>
            <a:lvl1pPr>
              <a:defRPr sz="10800"/>
            </a:lvl1pPr>
          </a:lstStyle>
          <a:p>
            <a:pPr/>
            <a:r>
              <a:t>Title Text</a:t>
            </a:r>
          </a:p>
        </p:txBody>
      </p:sp>
      <p:sp>
        <p:nvSpPr>
          <p:cNvPr id="56" name="Body Level One…"/>
          <p:cNvSpPr txBox="1"/>
          <p:nvPr>
            <p:ph type="body" sz="quarter" idx="1"/>
          </p:nvPr>
        </p:nvSpPr>
        <p:spPr>
          <a:xfrm>
            <a:off x="1246799" y="7644710"/>
            <a:ext cx="11232001" cy="16328670"/>
          </a:xfrm>
          <a:prstGeom prst="rect">
            <a:avLst/>
          </a:prstGeom>
        </p:spPr>
        <p:txBody>
          <a:bodyPr/>
          <a:lstStyle>
            <a:lvl1pPr marL="535696" indent="-605546">
              <a:buSzPts val="5400"/>
              <a:defRPr sz="5400"/>
            </a:lvl1pPr>
            <a:lvl2pPr marL="992896" indent="-605546">
              <a:buSzPts val="5400"/>
              <a:defRPr sz="5400"/>
            </a:lvl2pPr>
            <a:lvl3pPr marL="1450096" indent="-605546">
              <a:buSzPts val="5400"/>
              <a:defRPr sz="5400"/>
            </a:lvl3pPr>
            <a:lvl4pPr marL="1907296" indent="-605546">
              <a:buSzPts val="5400"/>
              <a:defRPr sz="5400"/>
            </a:lvl4pPr>
            <a:lvl5pPr marL="2364496" indent="-605546">
              <a:buSzPts val="5400"/>
              <a:defRPr sz="5400"/>
            </a:lvl5pPr>
          </a:lstStyle>
          <a:p>
            <a:pPr/>
            <a:r>
              <a:t>Body Level One</a:t>
            </a:r>
          </a:p>
          <a:p>
            <a:pPr lvl="1"/>
            <a:r>
              <a:t>Body Level Two</a:t>
            </a:r>
          </a:p>
          <a:p>
            <a:pPr lvl="2"/>
            <a:r>
              <a:t>Body Level Three</a:t>
            </a:r>
          </a:p>
          <a:p>
            <a:pPr lvl="3"/>
            <a:r>
              <a:t>Body Level Four</a:t>
            </a:r>
          </a:p>
          <a:p>
            <a:pPr lvl="4"/>
            <a:r>
              <a:t>Body Level Five</a:t>
            </a:r>
          </a:p>
        </p:txBody>
      </p:sp>
      <p:sp>
        <p:nvSpPr>
          <p:cNvPr id="5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IN_POINT">
    <p:spTree>
      <p:nvGrpSpPr>
        <p:cNvPr id="1" name=""/>
        <p:cNvGrpSpPr/>
        <p:nvPr/>
      </p:nvGrpSpPr>
      <p:grpSpPr>
        <a:xfrm>
          <a:off x="0" y="0"/>
          <a:ext cx="0" cy="0"/>
          <a:chOff x="0" y="0"/>
          <a:chExt cx="0" cy="0"/>
        </a:xfrm>
      </p:grpSpPr>
      <p:sp>
        <p:nvSpPr>
          <p:cNvPr id="64" name="Title Text"/>
          <p:cNvSpPr txBox="1"/>
          <p:nvPr>
            <p:ph type="title"/>
          </p:nvPr>
        </p:nvSpPr>
        <p:spPr>
          <a:xfrm>
            <a:off x="1960999" y="2819880"/>
            <a:ext cx="25471336" cy="21009669"/>
          </a:xfrm>
          <a:prstGeom prst="rect">
            <a:avLst/>
          </a:prstGeom>
        </p:spPr>
        <p:txBody>
          <a:bodyPr anchor="ctr"/>
          <a:lstStyle>
            <a:lvl1pPr>
              <a:defRPr sz="21800"/>
            </a:lvl1pPr>
          </a:lstStyle>
          <a:p>
            <a:pPr/>
            <a:r>
              <a:t>Title Text</a:t>
            </a:r>
          </a:p>
        </p:txBody>
      </p:sp>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TITLE_AND_DESCRIPTION">
    <p:spTree>
      <p:nvGrpSpPr>
        <p:cNvPr id="1" name=""/>
        <p:cNvGrpSpPr/>
        <p:nvPr/>
      </p:nvGrpSpPr>
      <p:grpSpPr>
        <a:xfrm>
          <a:off x="0" y="0"/>
          <a:ext cx="0" cy="0"/>
          <a:chOff x="0" y="0"/>
          <a:chExt cx="0" cy="0"/>
        </a:xfrm>
      </p:grpSpPr>
      <p:sp>
        <p:nvSpPr>
          <p:cNvPr id="72" name="Google Shape;36;p9"/>
          <p:cNvSpPr/>
          <p:nvPr/>
        </p:nvSpPr>
        <p:spPr>
          <a:xfrm>
            <a:off x="18288000" y="507357"/>
            <a:ext cx="18288002" cy="26416001"/>
          </a:xfrm>
          <a:prstGeom prst="rect">
            <a:avLst/>
          </a:prstGeom>
          <a:solidFill>
            <a:srgbClr val="EEEEEE"/>
          </a:solidFill>
          <a:ln w="12700">
            <a:miter lim="400000"/>
          </a:ln>
        </p:spPr>
        <p:txBody>
          <a:bodyPr lIns="0" tIns="0" rIns="0" bIns="0" anchor="ctr"/>
          <a:lstStyle/>
          <a:p>
            <a:pPr/>
          </a:p>
        </p:txBody>
      </p:sp>
      <p:sp>
        <p:nvSpPr>
          <p:cNvPr id="73" name="Title Text"/>
          <p:cNvSpPr txBox="1"/>
          <p:nvPr>
            <p:ph type="title"/>
          </p:nvPr>
        </p:nvSpPr>
        <p:spPr>
          <a:xfrm>
            <a:off x="1061999" y="6841342"/>
            <a:ext cx="16180667" cy="7612668"/>
          </a:xfrm>
          <a:prstGeom prst="rect">
            <a:avLst/>
          </a:prstGeom>
        </p:spPr>
        <p:txBody>
          <a:bodyPr anchor="b"/>
          <a:lstStyle>
            <a:lvl1pPr algn="ctr">
              <a:defRPr sz="19000"/>
            </a:lvl1pPr>
          </a:lstStyle>
          <a:p>
            <a:pPr/>
            <a:r>
              <a:t>Title Text</a:t>
            </a:r>
          </a:p>
        </p:txBody>
      </p:sp>
      <p:sp>
        <p:nvSpPr>
          <p:cNvPr id="74" name="Body Level One…"/>
          <p:cNvSpPr txBox="1"/>
          <p:nvPr>
            <p:ph type="body" sz="quarter" idx="1"/>
          </p:nvPr>
        </p:nvSpPr>
        <p:spPr>
          <a:xfrm>
            <a:off x="1061999" y="14904040"/>
            <a:ext cx="16180667" cy="6343335"/>
          </a:xfrm>
          <a:prstGeom prst="rect">
            <a:avLst/>
          </a:prstGeom>
        </p:spPr>
        <p:txBody>
          <a:bodyPr/>
          <a:lstStyle>
            <a:lvl1pPr marL="783980" indent="-1006230" algn="ctr">
              <a:lnSpc>
                <a:spcPct val="100000"/>
              </a:lnSpc>
              <a:buClrTx/>
              <a:buSzTx/>
              <a:buFontTx/>
              <a:buNone/>
              <a:defRPr sz="9400"/>
            </a:lvl1pPr>
            <a:lvl2pPr marL="783980" indent="-447430" algn="ctr">
              <a:lnSpc>
                <a:spcPct val="100000"/>
              </a:lnSpc>
              <a:buClrTx/>
              <a:buSzTx/>
              <a:buFontTx/>
              <a:buNone/>
              <a:defRPr sz="9400"/>
            </a:lvl2pPr>
            <a:lvl3pPr marL="783980" indent="9769" algn="ctr">
              <a:lnSpc>
                <a:spcPct val="100000"/>
              </a:lnSpc>
              <a:buClrTx/>
              <a:buSzTx/>
              <a:buFontTx/>
              <a:buNone/>
              <a:defRPr sz="9400"/>
            </a:lvl3pPr>
            <a:lvl4pPr marL="783980" indent="466969" algn="ctr">
              <a:lnSpc>
                <a:spcPct val="100000"/>
              </a:lnSpc>
              <a:buClrTx/>
              <a:buSzTx/>
              <a:buFontTx/>
              <a:buNone/>
              <a:defRPr sz="9400"/>
            </a:lvl4pPr>
            <a:lvl5pPr marL="783980" indent="924169" algn="ctr">
              <a:lnSpc>
                <a:spcPct val="100000"/>
              </a:lnSpc>
              <a:buClrTx/>
              <a:buSzTx/>
              <a:buFontTx/>
              <a:buNone/>
              <a:defRPr sz="9400"/>
            </a:lvl5pPr>
          </a:lstStyle>
          <a:p>
            <a:pPr/>
            <a:r>
              <a:t>Body Level One</a:t>
            </a:r>
          </a:p>
          <a:p>
            <a:pPr lvl="1"/>
            <a:r>
              <a:t>Body Level Two</a:t>
            </a:r>
          </a:p>
          <a:p>
            <a:pPr lvl="2"/>
            <a:r>
              <a:t>Body Level Three</a:t>
            </a:r>
          </a:p>
          <a:p>
            <a:pPr lvl="3"/>
            <a:r>
              <a:t>Body Level Four</a:t>
            </a:r>
          </a:p>
          <a:p>
            <a:pPr lvl="4"/>
            <a:r>
              <a:t>Body Level Five</a:t>
            </a:r>
          </a:p>
        </p:txBody>
      </p:sp>
      <p:sp>
        <p:nvSpPr>
          <p:cNvPr id="75" name="Google Shape;39;p9"/>
          <p:cNvSpPr txBox="1"/>
          <p:nvPr>
            <p:ph type="body" sz="half" idx="21"/>
          </p:nvPr>
        </p:nvSpPr>
        <p:spPr>
          <a:xfrm>
            <a:off x="19758000" y="4226706"/>
            <a:ext cx="15348002" cy="18977334"/>
          </a:xfrm>
          <a:prstGeom prst="rect">
            <a:avLst/>
          </a:prstGeom>
        </p:spPr>
        <p:txBody>
          <a:bodyPr anchor="ctr"/>
          <a:lstStyle/>
          <a:p>
            <a:pPr/>
          </a:p>
        </p:txBody>
      </p:sp>
      <p:sp>
        <p:nvSpPr>
          <p:cNvPr id="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PTION_ONLY">
    <p:spTree>
      <p:nvGrpSpPr>
        <p:cNvPr id="1" name=""/>
        <p:cNvGrpSpPr/>
        <p:nvPr/>
      </p:nvGrpSpPr>
      <p:grpSpPr>
        <a:xfrm>
          <a:off x="0" y="0"/>
          <a:ext cx="0" cy="0"/>
          <a:chOff x="0" y="0"/>
          <a:chExt cx="0" cy="0"/>
        </a:xfrm>
      </p:grpSpPr>
      <p:sp>
        <p:nvSpPr>
          <p:cNvPr id="83" name="Body Level One…"/>
          <p:cNvSpPr txBox="1"/>
          <p:nvPr>
            <p:ph type="body" sz="quarter" idx="1"/>
          </p:nvPr>
        </p:nvSpPr>
        <p:spPr>
          <a:xfrm>
            <a:off x="1246799" y="22235397"/>
            <a:ext cx="23995334" cy="3107668"/>
          </a:xfrm>
          <a:prstGeom prst="rect">
            <a:avLst/>
          </a:prstGeom>
        </p:spPr>
        <p:txBody>
          <a:bodyPr anchor="ctr"/>
          <a:lstStyle>
            <a:lvl1pPr marL="263769" indent="-35169">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pPr/>
            <a:r>
              <a:t>Body Level One</a:t>
            </a:r>
          </a:p>
          <a:p>
            <a:pPr lvl="1"/>
            <a:r>
              <a:t>Body Level Two</a:t>
            </a:r>
          </a:p>
          <a:p>
            <a:pPr lvl="2"/>
            <a:r>
              <a:t>Body Level Three</a:t>
            </a:r>
          </a:p>
          <a:p>
            <a:pPr lvl="3"/>
            <a:r>
              <a:t>Body Level Four</a:t>
            </a:r>
          </a:p>
          <a:p>
            <a:pPr lvl="4"/>
            <a:r>
              <a:t>Body Level Five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_NUMBER">
    <p:spTree>
      <p:nvGrpSpPr>
        <p:cNvPr id="1" name=""/>
        <p:cNvGrpSpPr/>
        <p:nvPr/>
      </p:nvGrpSpPr>
      <p:grpSpPr>
        <a:xfrm>
          <a:off x="0" y="0"/>
          <a:ext cx="0" cy="0"/>
          <a:chOff x="0" y="0"/>
          <a:chExt cx="0" cy="0"/>
        </a:xfrm>
      </p:grpSpPr>
      <p:sp>
        <p:nvSpPr>
          <p:cNvPr id="91" name="xx%"/>
          <p:cNvSpPr txBox="1"/>
          <p:nvPr>
            <p:ph type="title" hasCustomPrompt="1"/>
          </p:nvPr>
        </p:nvSpPr>
        <p:spPr>
          <a:xfrm>
            <a:off x="1246799" y="6188839"/>
            <a:ext cx="34082336" cy="10084002"/>
          </a:xfrm>
          <a:prstGeom prst="rect">
            <a:avLst/>
          </a:prstGeom>
        </p:spPr>
        <p:txBody>
          <a:bodyPr anchor="b"/>
          <a:lstStyle>
            <a:lvl1pPr algn="ctr">
              <a:defRPr sz="54400"/>
            </a:lvl1pPr>
          </a:lstStyle>
          <a:p>
            <a:pPr/>
            <a:r>
              <a:t>xx%</a:t>
            </a:r>
          </a:p>
        </p:txBody>
      </p:sp>
      <p:sp>
        <p:nvSpPr>
          <p:cNvPr id="92" name="Body Level One…"/>
          <p:cNvSpPr txBox="1"/>
          <p:nvPr>
            <p:ph type="body" sz="half" idx="1"/>
          </p:nvPr>
        </p:nvSpPr>
        <p:spPr>
          <a:xfrm>
            <a:off x="1246799" y="16697205"/>
            <a:ext cx="34082336" cy="6680669"/>
          </a:xfrm>
          <a:prstGeom prst="rect">
            <a:avLst/>
          </a:prstGeom>
        </p:spPr>
        <p:txBody>
          <a:bodyPr/>
          <a:lstStyle>
            <a:lvl1pPr algn="ctr"/>
            <a:lvl2pPr algn="ctr"/>
            <a:lvl3pPr algn="ctr"/>
            <a:lvl4pPr algn="ctr"/>
            <a:lvl5pPr algn="ctr"/>
          </a:lstStyle>
          <a:p>
            <a:pPr/>
            <a:r>
              <a:t>Body Level One</a:t>
            </a:r>
          </a:p>
          <a:p>
            <a:pPr lvl="1"/>
            <a:r>
              <a:t>Body Level Two</a:t>
            </a:r>
          </a:p>
          <a:p>
            <a:pPr lvl="2"/>
            <a:r>
              <a:t>Body Level Three</a:t>
            </a:r>
          </a:p>
          <a:p>
            <a:pPr lvl="3"/>
            <a:r>
              <a:t>Body Level Four</a:t>
            </a:r>
          </a:p>
          <a:p>
            <a:pPr lvl="4"/>
            <a:r>
              <a:t>Body Level Five</a:t>
            </a:r>
          </a:p>
        </p:txBody>
      </p:sp>
      <p:sp>
        <p:nvSpPr>
          <p:cNvPr id="9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0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246799" y="2793559"/>
            <a:ext cx="34082336" cy="2941334"/>
          </a:xfrm>
          <a:prstGeom prst="rect">
            <a:avLst/>
          </a:prstGeom>
          <a:ln w="12700">
            <a:miter lim="400000"/>
          </a:ln>
          <a:extLst>
            <a:ext uri="{C572A759-6A51-4108-AA02-DFA0A04FC94B}">
              <ma14:wrappingTextBoxFlag xmlns:ma14="http://schemas.microsoft.com/office/mac/drawingml/2011/main" val="1"/>
            </a:ext>
          </a:extLst>
        </p:spPr>
        <p:txBody>
          <a:bodyPr lIns="400305" tIns="400305" rIns="400305" bIns="400305">
            <a:normAutofit fontScale="100000" lnSpcReduction="0"/>
          </a:bodyPr>
          <a:lstStyle/>
          <a:p>
            <a:pPr/>
            <a:r>
              <a:t>Title Text</a:t>
            </a:r>
          </a:p>
        </p:txBody>
      </p:sp>
      <p:sp>
        <p:nvSpPr>
          <p:cNvPr id="3" name="Body Level One…"/>
          <p:cNvSpPr txBox="1"/>
          <p:nvPr>
            <p:ph type="body" idx="1"/>
          </p:nvPr>
        </p:nvSpPr>
        <p:spPr>
          <a:xfrm>
            <a:off x="1246799" y="6426884"/>
            <a:ext cx="34082336" cy="17546003"/>
          </a:xfrm>
          <a:prstGeom prst="rect">
            <a:avLst/>
          </a:prstGeom>
          <a:ln w="12700">
            <a:miter lim="400000"/>
          </a:ln>
          <a:extLst>
            <a:ext uri="{C572A759-6A51-4108-AA02-DFA0A04FC94B}">
              <ma14:wrappingTextBoxFlag xmlns:ma14="http://schemas.microsoft.com/office/mac/drawingml/2011/main" val="1"/>
            </a:ext>
          </a:extLst>
        </p:spPr>
        <p:txBody>
          <a:bodyPr lIns="400305" tIns="400305" rIns="400305" bIns="400305">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34649631" y="24759361"/>
            <a:ext cx="1434868" cy="1417331"/>
          </a:xfrm>
          <a:prstGeom prst="rect">
            <a:avLst/>
          </a:prstGeom>
          <a:ln w="12700">
            <a:miter lim="400000"/>
          </a:ln>
        </p:spPr>
        <p:txBody>
          <a:bodyPr wrap="none" lIns="400305" tIns="400305" rIns="400305" bIns="400305" anchor="ctr">
            <a:normAutofit fontScale="100000" lnSpcReduction="0"/>
          </a:bodyPr>
          <a:lstStyle>
            <a:lvl1pPr algn="r">
              <a:defRPr sz="4400">
                <a:solidFill>
                  <a:schemeClr val="accent2">
                    <a:lumOff val="21764"/>
                  </a:schemeClr>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l" defTabSz="1055076" rtl="0" latinLnBrk="0">
        <a:lnSpc>
          <a:spcPct val="100000"/>
        </a:lnSpc>
        <a:spcBef>
          <a:spcPts val="0"/>
        </a:spcBef>
        <a:spcAft>
          <a:spcPts val="0"/>
        </a:spcAft>
        <a:buClrTx/>
        <a:buSzTx/>
        <a:buFontTx/>
        <a:buNone/>
        <a:tabLst/>
        <a:defRPr b="0" baseline="0" cap="none" i="0" spc="0" strike="noStrike" sz="12600" u="none">
          <a:solidFill>
            <a:srgbClr val="000000"/>
          </a:solidFill>
          <a:uFillTx/>
          <a:latin typeface="+mn-lt"/>
          <a:ea typeface="+mn-ea"/>
          <a:cs typeface="+mn-cs"/>
          <a:sym typeface="Arial"/>
        </a:defRPr>
      </a:lvl1pPr>
      <a:lvl2pPr marL="0" marR="0" indent="0" algn="l" defTabSz="1055076" rtl="0" latinLnBrk="0">
        <a:lnSpc>
          <a:spcPct val="100000"/>
        </a:lnSpc>
        <a:spcBef>
          <a:spcPts val="0"/>
        </a:spcBef>
        <a:spcAft>
          <a:spcPts val="0"/>
        </a:spcAft>
        <a:buClrTx/>
        <a:buSzTx/>
        <a:buFontTx/>
        <a:buNone/>
        <a:tabLst/>
        <a:defRPr b="0" baseline="0" cap="none" i="0" spc="0" strike="noStrike" sz="12600" u="none">
          <a:solidFill>
            <a:srgbClr val="000000"/>
          </a:solidFill>
          <a:uFillTx/>
          <a:latin typeface="+mn-lt"/>
          <a:ea typeface="+mn-ea"/>
          <a:cs typeface="+mn-cs"/>
          <a:sym typeface="Arial"/>
        </a:defRPr>
      </a:lvl2pPr>
      <a:lvl3pPr marL="0" marR="0" indent="0" algn="l" defTabSz="1055076" rtl="0" latinLnBrk="0">
        <a:lnSpc>
          <a:spcPct val="100000"/>
        </a:lnSpc>
        <a:spcBef>
          <a:spcPts val="0"/>
        </a:spcBef>
        <a:spcAft>
          <a:spcPts val="0"/>
        </a:spcAft>
        <a:buClrTx/>
        <a:buSzTx/>
        <a:buFontTx/>
        <a:buNone/>
        <a:tabLst/>
        <a:defRPr b="0" baseline="0" cap="none" i="0" spc="0" strike="noStrike" sz="12600" u="none">
          <a:solidFill>
            <a:srgbClr val="000000"/>
          </a:solidFill>
          <a:uFillTx/>
          <a:latin typeface="+mn-lt"/>
          <a:ea typeface="+mn-ea"/>
          <a:cs typeface="+mn-cs"/>
          <a:sym typeface="Arial"/>
        </a:defRPr>
      </a:lvl3pPr>
      <a:lvl4pPr marL="0" marR="0" indent="0" algn="l" defTabSz="1055076" rtl="0" latinLnBrk="0">
        <a:lnSpc>
          <a:spcPct val="100000"/>
        </a:lnSpc>
        <a:spcBef>
          <a:spcPts val="0"/>
        </a:spcBef>
        <a:spcAft>
          <a:spcPts val="0"/>
        </a:spcAft>
        <a:buClrTx/>
        <a:buSzTx/>
        <a:buFontTx/>
        <a:buNone/>
        <a:tabLst/>
        <a:defRPr b="0" baseline="0" cap="none" i="0" spc="0" strike="noStrike" sz="12600" u="none">
          <a:solidFill>
            <a:srgbClr val="000000"/>
          </a:solidFill>
          <a:uFillTx/>
          <a:latin typeface="+mn-lt"/>
          <a:ea typeface="+mn-ea"/>
          <a:cs typeface="+mn-cs"/>
          <a:sym typeface="Arial"/>
        </a:defRPr>
      </a:lvl4pPr>
      <a:lvl5pPr marL="0" marR="0" indent="0" algn="l" defTabSz="1055076" rtl="0" latinLnBrk="0">
        <a:lnSpc>
          <a:spcPct val="100000"/>
        </a:lnSpc>
        <a:spcBef>
          <a:spcPts val="0"/>
        </a:spcBef>
        <a:spcAft>
          <a:spcPts val="0"/>
        </a:spcAft>
        <a:buClrTx/>
        <a:buSzTx/>
        <a:buFontTx/>
        <a:buNone/>
        <a:tabLst/>
        <a:defRPr b="0" baseline="0" cap="none" i="0" spc="0" strike="noStrike" sz="12600" u="none">
          <a:solidFill>
            <a:srgbClr val="000000"/>
          </a:solidFill>
          <a:uFillTx/>
          <a:latin typeface="+mn-lt"/>
          <a:ea typeface="+mn-ea"/>
          <a:cs typeface="+mn-cs"/>
          <a:sym typeface="Arial"/>
        </a:defRPr>
      </a:lvl5pPr>
      <a:lvl6pPr marL="0" marR="0" indent="0" algn="l" defTabSz="1055076" rtl="0" latinLnBrk="0">
        <a:lnSpc>
          <a:spcPct val="100000"/>
        </a:lnSpc>
        <a:spcBef>
          <a:spcPts val="0"/>
        </a:spcBef>
        <a:spcAft>
          <a:spcPts val="0"/>
        </a:spcAft>
        <a:buClrTx/>
        <a:buSzTx/>
        <a:buFontTx/>
        <a:buNone/>
        <a:tabLst/>
        <a:defRPr b="0" baseline="0" cap="none" i="0" spc="0" strike="noStrike" sz="12600" u="none">
          <a:solidFill>
            <a:srgbClr val="000000"/>
          </a:solidFill>
          <a:uFillTx/>
          <a:latin typeface="+mn-lt"/>
          <a:ea typeface="+mn-ea"/>
          <a:cs typeface="+mn-cs"/>
          <a:sym typeface="Arial"/>
        </a:defRPr>
      </a:lvl6pPr>
      <a:lvl7pPr marL="0" marR="0" indent="0" algn="l" defTabSz="1055076" rtl="0" latinLnBrk="0">
        <a:lnSpc>
          <a:spcPct val="100000"/>
        </a:lnSpc>
        <a:spcBef>
          <a:spcPts val="0"/>
        </a:spcBef>
        <a:spcAft>
          <a:spcPts val="0"/>
        </a:spcAft>
        <a:buClrTx/>
        <a:buSzTx/>
        <a:buFontTx/>
        <a:buNone/>
        <a:tabLst/>
        <a:defRPr b="0" baseline="0" cap="none" i="0" spc="0" strike="noStrike" sz="12600" u="none">
          <a:solidFill>
            <a:srgbClr val="000000"/>
          </a:solidFill>
          <a:uFillTx/>
          <a:latin typeface="+mn-lt"/>
          <a:ea typeface="+mn-ea"/>
          <a:cs typeface="+mn-cs"/>
          <a:sym typeface="Arial"/>
        </a:defRPr>
      </a:lvl7pPr>
      <a:lvl8pPr marL="0" marR="0" indent="0" algn="l" defTabSz="1055076" rtl="0" latinLnBrk="0">
        <a:lnSpc>
          <a:spcPct val="100000"/>
        </a:lnSpc>
        <a:spcBef>
          <a:spcPts val="0"/>
        </a:spcBef>
        <a:spcAft>
          <a:spcPts val="0"/>
        </a:spcAft>
        <a:buClrTx/>
        <a:buSzTx/>
        <a:buFontTx/>
        <a:buNone/>
        <a:tabLst/>
        <a:defRPr b="0" baseline="0" cap="none" i="0" spc="0" strike="noStrike" sz="12600" u="none">
          <a:solidFill>
            <a:srgbClr val="000000"/>
          </a:solidFill>
          <a:uFillTx/>
          <a:latin typeface="+mn-lt"/>
          <a:ea typeface="+mn-ea"/>
          <a:cs typeface="+mn-cs"/>
          <a:sym typeface="Arial"/>
        </a:defRPr>
      </a:lvl8pPr>
      <a:lvl9pPr marL="0" marR="0" indent="0" algn="l" defTabSz="1055076" rtl="0" latinLnBrk="0">
        <a:lnSpc>
          <a:spcPct val="100000"/>
        </a:lnSpc>
        <a:spcBef>
          <a:spcPts val="0"/>
        </a:spcBef>
        <a:spcAft>
          <a:spcPts val="0"/>
        </a:spcAft>
        <a:buClrTx/>
        <a:buSzTx/>
        <a:buFontTx/>
        <a:buNone/>
        <a:tabLst/>
        <a:defRPr b="0" baseline="0" cap="none" i="0" spc="0" strike="noStrike" sz="12600" u="none">
          <a:solidFill>
            <a:srgbClr val="000000"/>
          </a:solidFill>
          <a:uFillTx/>
          <a:latin typeface="+mn-lt"/>
          <a:ea typeface="+mn-ea"/>
          <a:cs typeface="+mn-cs"/>
          <a:sym typeface="Arial"/>
        </a:defRPr>
      </a:lvl9pPr>
    </p:titleStyle>
    <p:bodyStyle>
      <a:lvl1pPr marL="543327" marR="0" indent="-765577" algn="l" defTabSz="1055076" rtl="0" latinLnBrk="0">
        <a:lnSpc>
          <a:spcPct val="115000"/>
        </a:lnSpc>
        <a:spcBef>
          <a:spcPts val="0"/>
        </a:spcBef>
        <a:spcAft>
          <a:spcPts val="0"/>
        </a:spcAft>
        <a:buClr>
          <a:schemeClr val="accent2">
            <a:lumOff val="21764"/>
          </a:schemeClr>
        </a:buClr>
        <a:buSzPts val="8000"/>
        <a:buFont typeface="Arial"/>
        <a:buChar char="●"/>
        <a:tabLst/>
        <a:defRPr b="0" baseline="0" cap="none" i="0" spc="0" strike="noStrike" sz="8000" u="none">
          <a:solidFill>
            <a:schemeClr val="accent2">
              <a:lumOff val="21764"/>
            </a:schemeClr>
          </a:solidFill>
          <a:uFillTx/>
          <a:latin typeface="+mn-lt"/>
          <a:ea typeface="+mn-ea"/>
          <a:cs typeface="+mn-cs"/>
          <a:sym typeface="Arial"/>
        </a:defRPr>
      </a:lvl1pPr>
      <a:lvl2pPr marL="1177059" marR="0" indent="-840509" algn="l" defTabSz="1055076" rtl="0" latinLnBrk="0">
        <a:lnSpc>
          <a:spcPct val="115000"/>
        </a:lnSpc>
        <a:spcBef>
          <a:spcPts val="0"/>
        </a:spcBef>
        <a:spcAft>
          <a:spcPts val="0"/>
        </a:spcAft>
        <a:buClr>
          <a:schemeClr val="accent2">
            <a:lumOff val="21764"/>
          </a:schemeClr>
        </a:buClr>
        <a:buSzPts val="8000"/>
        <a:buFont typeface="Arial"/>
        <a:buChar char="○"/>
        <a:tabLst/>
        <a:defRPr b="0" baseline="0" cap="none" i="0" spc="0" strike="noStrike" sz="8000" u="none">
          <a:solidFill>
            <a:schemeClr val="accent2">
              <a:lumOff val="21764"/>
            </a:schemeClr>
          </a:solidFill>
          <a:uFillTx/>
          <a:latin typeface="+mn-lt"/>
          <a:ea typeface="+mn-ea"/>
          <a:cs typeface="+mn-cs"/>
          <a:sym typeface="Arial"/>
        </a:defRPr>
      </a:lvl2pPr>
      <a:lvl3pPr marL="1634259" marR="0" indent="-840509" algn="l" defTabSz="1055076" rtl="0" latinLnBrk="0">
        <a:lnSpc>
          <a:spcPct val="115000"/>
        </a:lnSpc>
        <a:spcBef>
          <a:spcPts val="0"/>
        </a:spcBef>
        <a:spcAft>
          <a:spcPts val="0"/>
        </a:spcAft>
        <a:buClr>
          <a:schemeClr val="accent2">
            <a:lumOff val="21764"/>
          </a:schemeClr>
        </a:buClr>
        <a:buSzPts val="8000"/>
        <a:buFont typeface="Arial"/>
        <a:buChar char="■"/>
        <a:tabLst/>
        <a:defRPr b="0" baseline="0" cap="none" i="0" spc="0" strike="noStrike" sz="8000" u="none">
          <a:solidFill>
            <a:schemeClr val="accent2">
              <a:lumOff val="21764"/>
            </a:schemeClr>
          </a:solidFill>
          <a:uFillTx/>
          <a:latin typeface="+mn-lt"/>
          <a:ea typeface="+mn-ea"/>
          <a:cs typeface="+mn-cs"/>
          <a:sym typeface="Arial"/>
        </a:defRPr>
      </a:lvl3pPr>
      <a:lvl4pPr marL="2091459" marR="0" indent="-840509" algn="l" defTabSz="1055076" rtl="0" latinLnBrk="0">
        <a:lnSpc>
          <a:spcPct val="115000"/>
        </a:lnSpc>
        <a:spcBef>
          <a:spcPts val="0"/>
        </a:spcBef>
        <a:spcAft>
          <a:spcPts val="0"/>
        </a:spcAft>
        <a:buClr>
          <a:schemeClr val="accent2">
            <a:lumOff val="21764"/>
          </a:schemeClr>
        </a:buClr>
        <a:buSzPts val="8000"/>
        <a:buFont typeface="Arial"/>
        <a:buChar char="●"/>
        <a:tabLst/>
        <a:defRPr b="0" baseline="0" cap="none" i="0" spc="0" strike="noStrike" sz="8000" u="none">
          <a:solidFill>
            <a:schemeClr val="accent2">
              <a:lumOff val="21764"/>
            </a:schemeClr>
          </a:solidFill>
          <a:uFillTx/>
          <a:latin typeface="+mn-lt"/>
          <a:ea typeface="+mn-ea"/>
          <a:cs typeface="+mn-cs"/>
          <a:sym typeface="Arial"/>
        </a:defRPr>
      </a:lvl4pPr>
      <a:lvl5pPr marL="2548659" marR="0" indent="-840509" algn="l" defTabSz="1055076" rtl="0" latinLnBrk="0">
        <a:lnSpc>
          <a:spcPct val="115000"/>
        </a:lnSpc>
        <a:spcBef>
          <a:spcPts val="0"/>
        </a:spcBef>
        <a:spcAft>
          <a:spcPts val="0"/>
        </a:spcAft>
        <a:buClr>
          <a:schemeClr val="accent2">
            <a:lumOff val="21764"/>
          </a:schemeClr>
        </a:buClr>
        <a:buSzPts val="8000"/>
        <a:buFont typeface="Arial"/>
        <a:buChar char="○"/>
        <a:tabLst/>
        <a:defRPr b="0" baseline="0" cap="none" i="0" spc="0" strike="noStrike" sz="8000" u="none">
          <a:solidFill>
            <a:schemeClr val="accent2">
              <a:lumOff val="21764"/>
            </a:schemeClr>
          </a:solidFill>
          <a:uFillTx/>
          <a:latin typeface="+mn-lt"/>
          <a:ea typeface="+mn-ea"/>
          <a:cs typeface="+mn-cs"/>
          <a:sym typeface="Arial"/>
        </a:defRPr>
      </a:lvl5pPr>
      <a:lvl6pPr marL="3005859" marR="0" indent="-840509" algn="l" defTabSz="1055076" rtl="0" latinLnBrk="0">
        <a:lnSpc>
          <a:spcPct val="115000"/>
        </a:lnSpc>
        <a:spcBef>
          <a:spcPts val="0"/>
        </a:spcBef>
        <a:spcAft>
          <a:spcPts val="0"/>
        </a:spcAft>
        <a:buClr>
          <a:schemeClr val="accent2">
            <a:lumOff val="21764"/>
          </a:schemeClr>
        </a:buClr>
        <a:buSzPts val="8000"/>
        <a:buFont typeface="Arial"/>
        <a:buChar char="■"/>
        <a:tabLst/>
        <a:defRPr b="0" baseline="0" cap="none" i="0" spc="0" strike="noStrike" sz="8000" u="none">
          <a:solidFill>
            <a:schemeClr val="accent2">
              <a:lumOff val="21764"/>
            </a:schemeClr>
          </a:solidFill>
          <a:uFillTx/>
          <a:latin typeface="+mn-lt"/>
          <a:ea typeface="+mn-ea"/>
          <a:cs typeface="+mn-cs"/>
          <a:sym typeface="Arial"/>
        </a:defRPr>
      </a:lvl6pPr>
      <a:lvl7pPr marL="3463059" marR="0" indent="-840509" algn="l" defTabSz="1055076" rtl="0" latinLnBrk="0">
        <a:lnSpc>
          <a:spcPct val="115000"/>
        </a:lnSpc>
        <a:spcBef>
          <a:spcPts val="0"/>
        </a:spcBef>
        <a:spcAft>
          <a:spcPts val="0"/>
        </a:spcAft>
        <a:buClr>
          <a:schemeClr val="accent2">
            <a:lumOff val="21764"/>
          </a:schemeClr>
        </a:buClr>
        <a:buSzPts val="8000"/>
        <a:buFont typeface="Arial"/>
        <a:buChar char="●"/>
        <a:tabLst/>
        <a:defRPr b="0" baseline="0" cap="none" i="0" spc="0" strike="noStrike" sz="8000" u="none">
          <a:solidFill>
            <a:schemeClr val="accent2">
              <a:lumOff val="21764"/>
            </a:schemeClr>
          </a:solidFill>
          <a:uFillTx/>
          <a:latin typeface="+mn-lt"/>
          <a:ea typeface="+mn-ea"/>
          <a:cs typeface="+mn-cs"/>
          <a:sym typeface="Arial"/>
        </a:defRPr>
      </a:lvl7pPr>
      <a:lvl8pPr marL="3920259" marR="0" indent="-840509" algn="l" defTabSz="1055076" rtl="0" latinLnBrk="0">
        <a:lnSpc>
          <a:spcPct val="115000"/>
        </a:lnSpc>
        <a:spcBef>
          <a:spcPts val="0"/>
        </a:spcBef>
        <a:spcAft>
          <a:spcPts val="0"/>
        </a:spcAft>
        <a:buClr>
          <a:schemeClr val="accent2">
            <a:lumOff val="21764"/>
          </a:schemeClr>
        </a:buClr>
        <a:buSzPts val="8000"/>
        <a:buFont typeface="Arial"/>
        <a:buChar char="○"/>
        <a:tabLst/>
        <a:defRPr b="0" baseline="0" cap="none" i="0" spc="0" strike="noStrike" sz="8000" u="none">
          <a:solidFill>
            <a:schemeClr val="accent2">
              <a:lumOff val="21764"/>
            </a:schemeClr>
          </a:solidFill>
          <a:uFillTx/>
          <a:latin typeface="+mn-lt"/>
          <a:ea typeface="+mn-ea"/>
          <a:cs typeface="+mn-cs"/>
          <a:sym typeface="Arial"/>
        </a:defRPr>
      </a:lvl8pPr>
      <a:lvl9pPr marL="4377459" marR="0" indent="-840509" algn="l" defTabSz="1055076" rtl="0" latinLnBrk="0">
        <a:lnSpc>
          <a:spcPct val="115000"/>
        </a:lnSpc>
        <a:spcBef>
          <a:spcPts val="0"/>
        </a:spcBef>
        <a:spcAft>
          <a:spcPts val="0"/>
        </a:spcAft>
        <a:buClr>
          <a:schemeClr val="accent2">
            <a:lumOff val="21764"/>
          </a:schemeClr>
        </a:buClr>
        <a:buSzPts val="8000"/>
        <a:buFont typeface="Arial"/>
        <a:buChar char="■"/>
        <a:tabLst/>
        <a:defRPr b="0" baseline="0" cap="none" i="0" spc="0" strike="noStrike" sz="8000" u="none">
          <a:solidFill>
            <a:schemeClr val="accent2">
              <a:lumOff val="21764"/>
            </a:schemeClr>
          </a:solidFill>
          <a:uFillTx/>
          <a:latin typeface="+mn-lt"/>
          <a:ea typeface="+mn-ea"/>
          <a:cs typeface="+mn-cs"/>
          <a:sym typeface="Arial"/>
        </a:defRPr>
      </a:lvl9pPr>
    </p:bodyStyle>
    <p:otherStyle>
      <a:lvl1pPr marL="0" marR="0" indent="0" algn="r" defTabSz="1055076" rtl="0" latinLnBrk="0">
        <a:lnSpc>
          <a:spcPct val="100000"/>
        </a:lnSpc>
        <a:spcBef>
          <a:spcPts val="0"/>
        </a:spcBef>
        <a:spcAft>
          <a:spcPts val="0"/>
        </a:spcAft>
        <a:buClrTx/>
        <a:buSzTx/>
        <a:buFontTx/>
        <a:buNone/>
        <a:tabLst/>
        <a:defRPr b="0" baseline="0" cap="none" i="0" spc="0" strike="noStrike" sz="4400" u="none">
          <a:solidFill>
            <a:schemeClr val="tx1"/>
          </a:solidFill>
          <a:uFillTx/>
          <a:latin typeface="+mn-lt"/>
          <a:ea typeface="+mn-ea"/>
          <a:cs typeface="+mn-cs"/>
          <a:sym typeface="Arial"/>
        </a:defRPr>
      </a:lvl1pPr>
      <a:lvl2pPr marL="0" marR="0" indent="0" algn="r" defTabSz="1055076" rtl="0" latinLnBrk="0">
        <a:lnSpc>
          <a:spcPct val="100000"/>
        </a:lnSpc>
        <a:spcBef>
          <a:spcPts val="0"/>
        </a:spcBef>
        <a:spcAft>
          <a:spcPts val="0"/>
        </a:spcAft>
        <a:buClrTx/>
        <a:buSzTx/>
        <a:buFontTx/>
        <a:buNone/>
        <a:tabLst/>
        <a:defRPr b="0" baseline="0" cap="none" i="0" spc="0" strike="noStrike" sz="4400" u="none">
          <a:solidFill>
            <a:schemeClr val="tx1"/>
          </a:solidFill>
          <a:uFillTx/>
          <a:latin typeface="+mn-lt"/>
          <a:ea typeface="+mn-ea"/>
          <a:cs typeface="+mn-cs"/>
          <a:sym typeface="Arial"/>
        </a:defRPr>
      </a:lvl2pPr>
      <a:lvl3pPr marL="0" marR="0" indent="0" algn="r" defTabSz="1055076" rtl="0" latinLnBrk="0">
        <a:lnSpc>
          <a:spcPct val="100000"/>
        </a:lnSpc>
        <a:spcBef>
          <a:spcPts val="0"/>
        </a:spcBef>
        <a:spcAft>
          <a:spcPts val="0"/>
        </a:spcAft>
        <a:buClrTx/>
        <a:buSzTx/>
        <a:buFontTx/>
        <a:buNone/>
        <a:tabLst/>
        <a:defRPr b="0" baseline="0" cap="none" i="0" spc="0" strike="noStrike" sz="4400" u="none">
          <a:solidFill>
            <a:schemeClr val="tx1"/>
          </a:solidFill>
          <a:uFillTx/>
          <a:latin typeface="+mn-lt"/>
          <a:ea typeface="+mn-ea"/>
          <a:cs typeface="+mn-cs"/>
          <a:sym typeface="Arial"/>
        </a:defRPr>
      </a:lvl3pPr>
      <a:lvl4pPr marL="0" marR="0" indent="0" algn="r" defTabSz="1055076" rtl="0" latinLnBrk="0">
        <a:lnSpc>
          <a:spcPct val="100000"/>
        </a:lnSpc>
        <a:spcBef>
          <a:spcPts val="0"/>
        </a:spcBef>
        <a:spcAft>
          <a:spcPts val="0"/>
        </a:spcAft>
        <a:buClrTx/>
        <a:buSzTx/>
        <a:buFontTx/>
        <a:buNone/>
        <a:tabLst/>
        <a:defRPr b="0" baseline="0" cap="none" i="0" spc="0" strike="noStrike" sz="4400" u="none">
          <a:solidFill>
            <a:schemeClr val="tx1"/>
          </a:solidFill>
          <a:uFillTx/>
          <a:latin typeface="+mn-lt"/>
          <a:ea typeface="+mn-ea"/>
          <a:cs typeface="+mn-cs"/>
          <a:sym typeface="Arial"/>
        </a:defRPr>
      </a:lvl4pPr>
      <a:lvl5pPr marL="0" marR="0" indent="0" algn="r" defTabSz="1055076" rtl="0" latinLnBrk="0">
        <a:lnSpc>
          <a:spcPct val="100000"/>
        </a:lnSpc>
        <a:spcBef>
          <a:spcPts val="0"/>
        </a:spcBef>
        <a:spcAft>
          <a:spcPts val="0"/>
        </a:spcAft>
        <a:buClrTx/>
        <a:buSzTx/>
        <a:buFontTx/>
        <a:buNone/>
        <a:tabLst/>
        <a:defRPr b="0" baseline="0" cap="none" i="0" spc="0" strike="noStrike" sz="4400" u="none">
          <a:solidFill>
            <a:schemeClr val="tx1"/>
          </a:solidFill>
          <a:uFillTx/>
          <a:latin typeface="+mn-lt"/>
          <a:ea typeface="+mn-ea"/>
          <a:cs typeface="+mn-cs"/>
          <a:sym typeface="Arial"/>
        </a:defRPr>
      </a:lvl5pPr>
      <a:lvl6pPr marL="0" marR="0" indent="0" algn="r" defTabSz="1055076" rtl="0" latinLnBrk="0">
        <a:lnSpc>
          <a:spcPct val="100000"/>
        </a:lnSpc>
        <a:spcBef>
          <a:spcPts val="0"/>
        </a:spcBef>
        <a:spcAft>
          <a:spcPts val="0"/>
        </a:spcAft>
        <a:buClrTx/>
        <a:buSzTx/>
        <a:buFontTx/>
        <a:buNone/>
        <a:tabLst/>
        <a:defRPr b="0" baseline="0" cap="none" i="0" spc="0" strike="noStrike" sz="4400" u="none">
          <a:solidFill>
            <a:schemeClr val="tx1"/>
          </a:solidFill>
          <a:uFillTx/>
          <a:latin typeface="+mn-lt"/>
          <a:ea typeface="+mn-ea"/>
          <a:cs typeface="+mn-cs"/>
          <a:sym typeface="Arial"/>
        </a:defRPr>
      </a:lvl6pPr>
      <a:lvl7pPr marL="0" marR="0" indent="0" algn="r" defTabSz="1055076" rtl="0" latinLnBrk="0">
        <a:lnSpc>
          <a:spcPct val="100000"/>
        </a:lnSpc>
        <a:spcBef>
          <a:spcPts val="0"/>
        </a:spcBef>
        <a:spcAft>
          <a:spcPts val="0"/>
        </a:spcAft>
        <a:buClrTx/>
        <a:buSzTx/>
        <a:buFontTx/>
        <a:buNone/>
        <a:tabLst/>
        <a:defRPr b="0" baseline="0" cap="none" i="0" spc="0" strike="noStrike" sz="4400" u="none">
          <a:solidFill>
            <a:schemeClr val="tx1"/>
          </a:solidFill>
          <a:uFillTx/>
          <a:latin typeface="+mn-lt"/>
          <a:ea typeface="+mn-ea"/>
          <a:cs typeface="+mn-cs"/>
          <a:sym typeface="Arial"/>
        </a:defRPr>
      </a:lvl7pPr>
      <a:lvl8pPr marL="0" marR="0" indent="0" algn="r" defTabSz="1055076" rtl="0" latinLnBrk="0">
        <a:lnSpc>
          <a:spcPct val="100000"/>
        </a:lnSpc>
        <a:spcBef>
          <a:spcPts val="0"/>
        </a:spcBef>
        <a:spcAft>
          <a:spcPts val="0"/>
        </a:spcAft>
        <a:buClrTx/>
        <a:buSzTx/>
        <a:buFontTx/>
        <a:buNone/>
        <a:tabLst/>
        <a:defRPr b="0" baseline="0" cap="none" i="0" spc="0" strike="noStrike" sz="4400" u="none">
          <a:solidFill>
            <a:schemeClr val="tx1"/>
          </a:solidFill>
          <a:uFillTx/>
          <a:latin typeface="+mn-lt"/>
          <a:ea typeface="+mn-ea"/>
          <a:cs typeface="+mn-cs"/>
          <a:sym typeface="Arial"/>
        </a:defRPr>
      </a:lvl8pPr>
      <a:lvl9pPr marL="0" marR="0" indent="0" algn="r" defTabSz="1055076" rtl="0" latinLnBrk="0">
        <a:lnSpc>
          <a:spcPct val="100000"/>
        </a:lnSpc>
        <a:spcBef>
          <a:spcPts val="0"/>
        </a:spcBef>
        <a:spcAft>
          <a:spcPts val="0"/>
        </a:spcAft>
        <a:buClrTx/>
        <a:buSzTx/>
        <a:buFontTx/>
        <a:buNone/>
        <a:tabLst/>
        <a:defRPr b="0" baseline="0" cap="none" i="0" spc="0" strike="noStrike" sz="44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 name="Google Shape;54;p13"/>
          <p:cNvSpPr/>
          <p:nvPr/>
        </p:nvSpPr>
        <p:spPr>
          <a:xfrm>
            <a:off x="-1" y="25399"/>
            <a:ext cx="36576004" cy="2929001"/>
          </a:xfrm>
          <a:prstGeom prst="rect">
            <a:avLst/>
          </a:prstGeom>
          <a:solidFill>
            <a:srgbClr val="C9E4C6"/>
          </a:solidFill>
          <a:ln w="12700">
            <a:solidFill>
              <a:schemeClr val="accent2">
                <a:lumOff val="21764"/>
              </a:schemeClr>
            </a:solidFill>
          </a:ln>
        </p:spPr>
        <p:txBody>
          <a:bodyPr lIns="0" tIns="0" rIns="0" bIns="0" anchor="ctr"/>
          <a:lstStyle/>
          <a:p>
            <a:pPr algn="ctr"/>
          </a:p>
        </p:txBody>
      </p:sp>
      <p:sp>
        <p:nvSpPr>
          <p:cNvPr id="110" name="Google Shape;55;p13"/>
          <p:cNvSpPr txBox="1"/>
          <p:nvPr/>
        </p:nvSpPr>
        <p:spPr>
          <a:xfrm>
            <a:off x="1801499" y="590771"/>
            <a:ext cx="32973003" cy="1671257"/>
          </a:xfrm>
          <a:prstGeom prst="rect">
            <a:avLst/>
          </a:prstGeom>
          <a:ln w="12700">
            <a:miter lim="400000"/>
          </a:ln>
          <a:extLst>
            <a:ext uri="{C572A759-6A51-4108-AA02-DFA0A04FC94B}">
              <ma14:wrappingTextBoxFlag xmlns:ma14="http://schemas.microsoft.com/office/mac/drawingml/2011/main" val="1"/>
            </a:ext>
          </a:extLst>
        </p:spPr>
        <p:txBody>
          <a:bodyPr lIns="101583" tIns="101583" rIns="101583" bIns="101583">
            <a:spAutoFit/>
          </a:bodyPr>
          <a:lstStyle>
            <a:lvl1pPr algn="ctr">
              <a:defRPr sz="10400">
                <a:solidFill>
                  <a:srgbClr val="BDBDBD"/>
                </a:solidFill>
              </a:defRPr>
            </a:lvl1pPr>
          </a:lstStyle>
          <a:p>
            <a:pPr/>
            <a:r>
              <a:t>Where in the World? Geolocation Classification</a:t>
            </a:r>
          </a:p>
        </p:txBody>
      </p:sp>
      <p:sp>
        <p:nvSpPr>
          <p:cNvPr id="111" name="Google Shape;56;p13"/>
          <p:cNvSpPr txBox="1"/>
          <p:nvPr>
            <p:ph type="ctrTitle"/>
          </p:nvPr>
        </p:nvSpPr>
        <p:spPr>
          <a:xfrm>
            <a:off x="1883011" y="153441"/>
            <a:ext cx="32973002" cy="3217001"/>
          </a:xfrm>
          <a:prstGeom prst="rect">
            <a:avLst/>
          </a:prstGeom>
        </p:spPr>
        <p:txBody>
          <a:bodyPr/>
          <a:lstStyle/>
          <a:p>
            <a:pPr defTabSz="960119">
              <a:lnSpc>
                <a:spcPct val="110000"/>
              </a:lnSpc>
              <a:defRPr sz="10374">
                <a:latin typeface="EB Garamond SemiBold"/>
                <a:ea typeface="EB Garamond SemiBold"/>
                <a:cs typeface="EB Garamond SemiBold"/>
                <a:sym typeface="EB Garamond SemiBold"/>
              </a:defRPr>
            </a:pPr>
            <a:r>
              <a:t>Where in the World? Geolocation Classification</a:t>
            </a:r>
            <a:endParaRPr>
              <a:latin typeface="EB Garamond"/>
              <a:ea typeface="EB Garamond"/>
              <a:cs typeface="EB Garamond"/>
              <a:sym typeface="EB Garamond"/>
            </a:endParaRPr>
          </a:p>
          <a:p>
            <a:pPr defTabSz="960119">
              <a:lnSpc>
                <a:spcPct val="115000"/>
              </a:lnSpc>
              <a:defRPr sz="4186">
                <a:latin typeface="EB Garamond"/>
                <a:ea typeface="EB Garamond"/>
                <a:cs typeface="EB Garamond"/>
                <a:sym typeface="EB Garamond"/>
              </a:defRPr>
            </a:pPr>
            <a:r>
              <a:t>Madeleine Poissonnier		Sam Weiss		Dylan Ellis		Luis Ocampo </a:t>
            </a:r>
          </a:p>
        </p:txBody>
      </p:sp>
      <p:sp>
        <p:nvSpPr>
          <p:cNvPr id="112" name="Google Shape;57;p13"/>
          <p:cNvSpPr txBox="1"/>
          <p:nvPr/>
        </p:nvSpPr>
        <p:spPr>
          <a:xfrm>
            <a:off x="321730" y="3194040"/>
            <a:ext cx="11733040" cy="7066713"/>
          </a:xfrm>
          <a:prstGeom prst="rect">
            <a:avLst/>
          </a:prstGeom>
          <a:ln w="12700">
            <a:miter lim="400000"/>
          </a:ln>
          <a:extLst>
            <a:ext uri="{C572A759-6A51-4108-AA02-DFA0A04FC94B}">
              <ma14:wrappingTextBoxFlag xmlns:ma14="http://schemas.microsoft.com/office/mac/drawingml/2011/main" val="1"/>
            </a:ext>
          </a:extLst>
        </p:spPr>
        <p:txBody>
          <a:bodyPr lIns="400305" tIns="400305" rIns="400305" bIns="400305">
            <a:spAutoFit/>
          </a:bodyPr>
          <a:lstStyle/>
          <a:p>
            <a:pPr>
              <a:defRPr b="1" sz="4600"/>
            </a:pPr>
            <a:r>
              <a:t>Motivation &amp; Goal </a:t>
            </a:r>
          </a:p>
          <a:p>
            <a:pPr>
              <a:lnSpc>
                <a:spcPct val="115000"/>
              </a:lnSpc>
              <a:defRPr sz="3200"/>
            </a:pPr>
            <a:r>
              <a:t>Geolocation prediction requires learning of subtle environmental, architectural, and geographic cues to accurately infer where a photo was taken. This process when done by humans, takes years of accumulated knowledge. Inspired by GeoGuessr, our project explores the use of Transformers to classify images across three levels: biome, </a:t>
            </a:r>
            <a:r>
              <a:rPr>
                <a:solidFill>
                  <a:srgbClr val="1B2529"/>
                </a:solidFill>
              </a:rPr>
              <a:t>settlement, and country.  </a:t>
            </a:r>
            <a:endParaRPr b="1" sz="4600">
              <a:solidFill>
                <a:srgbClr val="1B2529"/>
              </a:solidFill>
              <a:latin typeface="Merriweather"/>
              <a:ea typeface="Merriweather"/>
              <a:cs typeface="Merriweather"/>
              <a:sym typeface="Merriweather"/>
            </a:endParaRPr>
          </a:p>
          <a:p>
            <a:pPr lvl="8">
              <a:lnSpc>
                <a:spcPct val="115000"/>
              </a:lnSpc>
              <a:defRPr sz="3200"/>
            </a:pPr>
            <a:r>
              <a:rPr b="1" sz="4600">
                <a:solidFill>
                  <a:srgbClr val="1B2529"/>
                </a:solidFill>
                <a:latin typeface="Merriweather"/>
                <a:ea typeface="Merriweather"/>
                <a:cs typeface="Merriweather"/>
                <a:sym typeface="Merriweather"/>
              </a:rPr>
              <a:t>                                </a:t>
            </a:r>
            <a:r>
              <a:t>	       </a:t>
            </a:r>
          </a:p>
          <a:p>
            <a:pPr lvl="8">
              <a:lnSpc>
                <a:spcPct val="115000"/>
              </a:lnSpc>
              <a:defRPr sz="3200"/>
            </a:pPr>
            <a:r>
              <a:t>                                                      </a:t>
            </a:r>
            <a:r>
              <a:t>United States of America</a:t>
            </a:r>
          </a:p>
        </p:txBody>
      </p:sp>
      <p:sp>
        <p:nvSpPr>
          <p:cNvPr id="113" name="Google Shape;58;p13"/>
          <p:cNvSpPr txBox="1"/>
          <p:nvPr/>
        </p:nvSpPr>
        <p:spPr>
          <a:xfrm>
            <a:off x="11995944" y="11389824"/>
            <a:ext cx="12823335" cy="12725603"/>
          </a:xfrm>
          <a:prstGeom prst="rect">
            <a:avLst/>
          </a:prstGeom>
          <a:ln w="12700">
            <a:miter lim="400000"/>
          </a:ln>
          <a:extLst>
            <a:ext uri="{C572A759-6A51-4108-AA02-DFA0A04FC94B}">
              <ma14:wrappingTextBoxFlag xmlns:ma14="http://schemas.microsoft.com/office/mac/drawingml/2011/main" val="1"/>
            </a:ext>
          </a:extLst>
        </p:spPr>
        <p:txBody>
          <a:bodyPr lIns="400305" tIns="400305" rIns="400305" bIns="400305">
            <a:spAutoFit/>
          </a:bodyPr>
          <a:lstStyle/>
          <a:p>
            <a:pPr>
              <a:defRPr b="1" sz="4600"/>
            </a:pPr>
            <a:r>
              <a:t>Model Architecture</a:t>
            </a:r>
            <a:r>
              <a:rPr sz="4400"/>
              <a:t> </a:t>
            </a:r>
            <a:endParaRPr sz="4400"/>
          </a:p>
          <a:p>
            <a:pPr>
              <a:lnSpc>
                <a:spcPct val="115000"/>
              </a:lnSpc>
              <a:defRPr b="1" sz="3600">
                <a:solidFill>
                  <a:srgbClr val="1B2529"/>
                </a:solidFill>
              </a:defRPr>
            </a:pPr>
            <a:r>
              <a:t>Baseline Continent Classifier Architecture</a:t>
            </a:r>
          </a:p>
          <a:p>
            <a:pPr>
              <a:defRPr sz="3200"/>
            </a:pPr>
            <a:r>
              <a:t>Based on the results from the the 10 training loops we used the </a:t>
            </a:r>
            <a:r>
              <a:rPr>
                <a:solidFill>
                  <a:srgbClr val="1B2529"/>
                </a:solidFill>
              </a:rPr>
              <a:t>CLIP + LoRA pipeline as our country classification baseline. We implemented a uniform pipeline across all subsequent models. </a:t>
            </a:r>
            <a:endParaRPr>
              <a:solidFill>
                <a:srgbClr val="1B2529"/>
              </a:solidFill>
            </a:endParaRPr>
          </a:p>
          <a:p>
            <a:pPr>
              <a:lnSpc>
                <a:spcPct val="115000"/>
              </a:lnSpc>
              <a:defRPr b="1" sz="3600">
                <a:solidFill>
                  <a:srgbClr val="1B2529"/>
                </a:solidFill>
              </a:defRPr>
            </a:pPr>
            <a:r>
              <a:t>Biome Classifier Architecture</a:t>
            </a:r>
          </a:p>
          <a:p>
            <a:pPr>
              <a:lnSpc>
                <a:spcPct val="115000"/>
              </a:lnSpc>
              <a:defRPr sz="3200">
                <a:solidFill>
                  <a:srgbClr val="1B2529"/>
                </a:solidFill>
              </a:defRPr>
            </a:pPr>
            <a:r>
              <a:t>Biome classification employs a six-way classification head mapping images to one of the defined biome categories. To easily combine with the other models, the classifier head can easily be dropped so that the 768-dimensional visual embeddings can be extracted. </a:t>
            </a:r>
            <a:endParaRPr b="1" sz="3600"/>
          </a:p>
          <a:p>
            <a:pPr>
              <a:lnSpc>
                <a:spcPct val="115000"/>
              </a:lnSpc>
              <a:defRPr b="1" sz="3600">
                <a:solidFill>
                  <a:srgbClr val="1B2529"/>
                </a:solidFill>
              </a:defRPr>
            </a:pPr>
            <a:r>
              <a:t>Urban v Suburban v Rural Architecture</a:t>
            </a:r>
          </a:p>
          <a:p>
            <a:pPr>
              <a:lnSpc>
                <a:spcPct val="115000"/>
              </a:lnSpc>
              <a:defRPr sz="3200">
                <a:solidFill>
                  <a:srgbClr val="1B2529"/>
                </a:solidFill>
              </a:defRPr>
            </a:pPr>
            <a:r>
              <a:t>Settlement type employs a three-way classification head distinguishing the three defined settlements. As with the biome model, the classifier head can be dropped to extract raw 768-dimensional embeddings for use in the final classifier.</a:t>
            </a:r>
          </a:p>
          <a:p>
            <a:pPr>
              <a:lnSpc>
                <a:spcPct val="115000"/>
              </a:lnSpc>
              <a:defRPr b="1" sz="3600">
                <a:solidFill>
                  <a:srgbClr val="1B2529"/>
                </a:solidFill>
              </a:defRPr>
            </a:pPr>
            <a:r>
              <a:t>Continent Classifier Acrhitecture with Embeddings</a:t>
            </a:r>
          </a:p>
          <a:p>
            <a:pPr>
              <a:defRPr sz="3200"/>
            </a:pPr>
            <a:r>
              <a:t>The the previous models’ embeddings were concatenated into a 2304-dim vector which we added to our this model before hitting the final classification head. </a:t>
            </a:r>
            <a:endParaRPr b="1" sz="3600">
              <a:solidFill>
                <a:srgbClr val="1B2529"/>
              </a:solidFill>
            </a:endParaRPr>
          </a:p>
          <a:p>
            <a:pPr>
              <a:lnSpc>
                <a:spcPct val="115000"/>
              </a:lnSpc>
            </a:pPr>
            <a:endParaRPr b="1" sz="3600">
              <a:solidFill>
                <a:srgbClr val="1B2529"/>
              </a:solidFill>
            </a:endParaRPr>
          </a:p>
        </p:txBody>
      </p:sp>
      <p:sp>
        <p:nvSpPr>
          <p:cNvPr id="114" name="Google Shape;59;p13"/>
          <p:cNvSpPr txBox="1"/>
          <p:nvPr/>
        </p:nvSpPr>
        <p:spPr>
          <a:xfrm>
            <a:off x="375374" y="10177630"/>
            <a:ext cx="11266335" cy="5514201"/>
          </a:xfrm>
          <a:prstGeom prst="rect">
            <a:avLst/>
          </a:prstGeom>
          <a:ln w="12700">
            <a:miter lim="400000"/>
          </a:ln>
          <a:extLst>
            <a:ext uri="{C572A759-6A51-4108-AA02-DFA0A04FC94B}">
              <ma14:wrappingTextBoxFlag xmlns:ma14="http://schemas.microsoft.com/office/mac/drawingml/2011/main" val="1"/>
            </a:ext>
          </a:extLst>
        </p:spPr>
        <p:txBody>
          <a:bodyPr lIns="400305" tIns="400305" rIns="400305" bIns="400305">
            <a:spAutoFit/>
          </a:bodyPr>
          <a:lstStyle/>
          <a:p>
            <a:pPr>
              <a:defRPr b="1" sz="4600"/>
            </a:pPr>
            <a:r>
              <a:t>Data &amp; Preprocessing</a:t>
            </a:r>
          </a:p>
          <a:p>
            <a:pPr>
              <a:lnSpc>
                <a:spcPct val="115000"/>
              </a:lnSpc>
            </a:pPr>
            <a:endParaRPr sz="3200">
              <a:solidFill>
                <a:srgbClr val="1B2529"/>
              </a:solidFill>
            </a:endParaRPr>
          </a:p>
          <a:p>
            <a:pPr>
              <a:lnSpc>
                <a:spcPct val="115000"/>
              </a:lnSpc>
              <a:spcBef>
                <a:spcPts val="1700"/>
              </a:spcBef>
            </a:pPr>
            <a:endParaRPr sz="3200">
              <a:solidFill>
                <a:srgbClr val="1B2529"/>
              </a:solidFill>
            </a:endParaRPr>
          </a:p>
          <a:p>
            <a:pPr>
              <a:lnSpc>
                <a:spcPct val="115000"/>
              </a:lnSpc>
              <a:spcBef>
                <a:spcPts val="1700"/>
              </a:spcBef>
            </a:pPr>
            <a:endParaRPr sz="3200">
              <a:solidFill>
                <a:srgbClr val="1B2529"/>
              </a:solidFill>
            </a:endParaRPr>
          </a:p>
          <a:p>
            <a:pPr>
              <a:lnSpc>
                <a:spcPct val="115000"/>
              </a:lnSpc>
              <a:spcBef>
                <a:spcPts val="1700"/>
              </a:spcBef>
            </a:pPr>
            <a:endParaRPr sz="3200">
              <a:solidFill>
                <a:srgbClr val="1B2529"/>
              </a:solidFill>
            </a:endParaRPr>
          </a:p>
          <a:p>
            <a:pPr indent="457200">
              <a:lnSpc>
                <a:spcPct val="115000"/>
              </a:lnSpc>
              <a:spcBef>
                <a:spcPts val="1700"/>
              </a:spcBef>
            </a:pPr>
            <a:endParaRPr sz="3200">
              <a:solidFill>
                <a:srgbClr val="1B2529"/>
              </a:solidFill>
            </a:endParaRPr>
          </a:p>
        </p:txBody>
      </p:sp>
      <p:sp>
        <p:nvSpPr>
          <p:cNvPr id="115" name="Google Shape;60;p13"/>
          <p:cNvSpPr txBox="1"/>
          <p:nvPr/>
        </p:nvSpPr>
        <p:spPr>
          <a:xfrm>
            <a:off x="11990005" y="22353680"/>
            <a:ext cx="12823335" cy="4635417"/>
          </a:xfrm>
          <a:prstGeom prst="rect">
            <a:avLst/>
          </a:prstGeom>
          <a:ln w="12700">
            <a:miter lim="400000"/>
          </a:ln>
          <a:extLst>
            <a:ext uri="{C572A759-6A51-4108-AA02-DFA0A04FC94B}">
              <ma14:wrappingTextBoxFlag xmlns:ma14="http://schemas.microsoft.com/office/mac/drawingml/2011/main" val="1"/>
            </a:ext>
          </a:extLst>
        </p:spPr>
        <p:txBody>
          <a:bodyPr lIns="400305" tIns="400305" rIns="400305" bIns="400305">
            <a:spAutoFit/>
          </a:bodyPr>
          <a:lstStyle/>
          <a:p>
            <a:pPr>
              <a:defRPr b="1" sz="4600"/>
            </a:pPr>
            <a:r>
              <a:t>Results</a:t>
            </a:r>
            <a:endParaRPr sz="4400"/>
          </a:p>
          <a:p>
            <a:pPr/>
            <a:endParaRPr b="1" sz="4400">
              <a:latin typeface="Merriweather"/>
              <a:ea typeface="Merriweather"/>
              <a:cs typeface="Merriweather"/>
              <a:sym typeface="Merriweather"/>
            </a:endParaRPr>
          </a:p>
          <a:p>
            <a:pPr/>
            <a:endParaRPr b="1" sz="4400">
              <a:latin typeface="Merriweather"/>
              <a:ea typeface="Merriweather"/>
              <a:cs typeface="Merriweather"/>
              <a:sym typeface="Merriweather"/>
            </a:endParaRPr>
          </a:p>
          <a:p>
            <a:pPr/>
            <a:endParaRPr b="1" sz="4400">
              <a:latin typeface="Merriweather"/>
              <a:ea typeface="Merriweather"/>
              <a:cs typeface="Merriweather"/>
              <a:sym typeface="Merriweather"/>
            </a:endParaRPr>
          </a:p>
          <a:p>
            <a:pPr/>
            <a:endParaRPr b="1" sz="4400">
              <a:latin typeface="Merriweather"/>
              <a:ea typeface="Merriweather"/>
              <a:cs typeface="Merriweather"/>
              <a:sym typeface="Merriweather"/>
            </a:endParaRPr>
          </a:p>
          <a:p>
            <a:pPr>
              <a:lnSpc>
                <a:spcPct val="115000"/>
              </a:lnSpc>
              <a:defRPr sz="3200">
                <a:solidFill>
                  <a:srgbClr val="1B2529"/>
                </a:solidFill>
              </a:defRPr>
            </a:pPr>
            <a:r>
              <a:t> </a:t>
            </a:r>
          </a:p>
        </p:txBody>
      </p:sp>
      <p:sp>
        <p:nvSpPr>
          <p:cNvPr id="116" name="Google Shape;61;p13"/>
          <p:cNvSpPr txBox="1"/>
          <p:nvPr/>
        </p:nvSpPr>
        <p:spPr>
          <a:xfrm>
            <a:off x="25173528" y="19115999"/>
            <a:ext cx="11181998" cy="8212730"/>
          </a:xfrm>
          <a:prstGeom prst="rect">
            <a:avLst/>
          </a:prstGeom>
          <a:ln w="12700">
            <a:miter lim="400000"/>
          </a:ln>
          <a:extLst>
            <a:ext uri="{C572A759-6A51-4108-AA02-DFA0A04FC94B}">
              <ma14:wrappingTextBoxFlag xmlns:ma14="http://schemas.microsoft.com/office/mac/drawingml/2011/main" val="1"/>
            </a:ext>
          </a:extLst>
        </p:spPr>
        <p:txBody>
          <a:bodyPr lIns="400305" tIns="400305" rIns="400305" bIns="400305">
            <a:spAutoFit/>
          </a:bodyPr>
          <a:lstStyle/>
          <a:p>
            <a:pPr>
              <a:lnSpc>
                <a:spcPct val="115000"/>
              </a:lnSpc>
              <a:defRPr b="1" sz="4600"/>
            </a:pPr>
            <a:r>
              <a:t>Challenges, Reflection, and Acknowledgements</a:t>
            </a:r>
          </a:p>
          <a:p>
            <a:pPr>
              <a:lnSpc>
                <a:spcPct val="115000"/>
              </a:lnSpc>
              <a:defRPr sz="3200"/>
            </a:pPr>
            <a:r>
              <a:t>Of the 196 countries in the world, only ~140 were represented leading to a data imbalance across countries. Additionally, combining the embeddings from the three classifiers did not yield the improvement that we expected. We are still experimenting with finetuing methods to improve accuracy. Overall, this project deepened our understanding of how geographic context can be extracted from visual data, and highlighted both the success and the limitations of computer vision models for geolocation tasks. Thank you to Kelvin for his help and guidance with this project! </a:t>
            </a:r>
          </a:p>
        </p:txBody>
      </p:sp>
      <p:graphicFrame>
        <p:nvGraphicFramePr>
          <p:cNvPr id="117" name="Google Shape;62;p13"/>
          <p:cNvGraphicFramePr/>
          <p:nvPr/>
        </p:nvGraphicFramePr>
        <p:xfrm>
          <a:off x="12654832" y="23730272"/>
          <a:ext cx="11275861" cy="291171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6258660"/>
                <a:gridCol w="5007674"/>
              </a:tblGrid>
              <a:tr h="580438">
                <a:tc>
                  <a:txBody>
                    <a:bodyPr/>
                    <a:lstStyle/>
                    <a:p>
                      <a:pPr algn="ctr">
                        <a:defRPr sz="1800"/>
                      </a:pPr>
                      <a:r>
                        <a:rPr sz="2800"/>
                        <a:t>Classification Type </a:t>
                      </a:r>
                    </a:p>
                  </a:txBody>
                  <a:tcPr marL="91425" marR="91425" marT="91425" marB="91425" anchor="t" anchorCtr="0" horzOverflow="overflow"/>
                </a:tc>
                <a:tc>
                  <a:txBody>
                    <a:bodyPr/>
                    <a:lstStyle/>
                    <a:p>
                      <a:pPr algn="ctr">
                        <a:defRPr sz="1800"/>
                      </a:pPr>
                      <a:r>
                        <a:rPr sz="2800"/>
                        <a:t>Accuracy </a:t>
                      </a:r>
                    </a:p>
                  </a:txBody>
                  <a:tcPr marL="91425" marR="91425" marT="91425" marB="91425" anchor="t" anchorCtr="0" horzOverflow="overflow"/>
                </a:tc>
              </a:tr>
              <a:tr h="580438">
                <a:tc>
                  <a:txBody>
                    <a:bodyPr/>
                    <a:lstStyle/>
                    <a:p>
                      <a:pPr algn="ctr">
                        <a:defRPr sz="1800"/>
                      </a:pPr>
                      <a:r>
                        <a:rPr sz="2800"/>
                        <a:t>Continent Classification</a:t>
                      </a:r>
                    </a:p>
                  </a:txBody>
                  <a:tcPr marL="91425" marR="91425" marT="91425" marB="91425" anchor="t" anchorCtr="0" horzOverflow="overflow"/>
                </a:tc>
                <a:tc>
                  <a:txBody>
                    <a:bodyPr/>
                    <a:lstStyle/>
                    <a:p>
                      <a:pPr algn="ctr">
                        <a:defRPr sz="1800"/>
                      </a:pPr>
                      <a:r>
                        <a:rPr sz="2800"/>
                        <a:t>87.9%</a:t>
                      </a:r>
                    </a:p>
                  </a:txBody>
                  <a:tcPr marL="91425" marR="91425" marT="91425" marB="91425" anchor="t" anchorCtr="0" horzOverflow="overflow"/>
                </a:tc>
              </a:tr>
              <a:tr h="580438">
                <a:tc>
                  <a:txBody>
                    <a:bodyPr/>
                    <a:lstStyle/>
                    <a:p>
                      <a:pPr algn="ctr">
                        <a:defRPr sz="1800"/>
                      </a:pPr>
                      <a:r>
                        <a:rPr sz="2800"/>
                        <a:t>Biome Classification</a:t>
                      </a:r>
                    </a:p>
                  </a:txBody>
                  <a:tcPr marL="91425" marR="91425" marT="91425" marB="91425" anchor="t" anchorCtr="0" horzOverflow="overflow"/>
                </a:tc>
                <a:tc>
                  <a:txBody>
                    <a:bodyPr/>
                    <a:lstStyle/>
                    <a:p>
                      <a:pPr algn="ctr">
                        <a:defRPr sz="1800"/>
                      </a:pPr>
                      <a:r>
                        <a:rPr sz="2800"/>
                        <a:t>94%</a:t>
                      </a:r>
                    </a:p>
                  </a:txBody>
                  <a:tcPr marL="91425" marR="91425" marT="91425" marB="91425" anchor="t" anchorCtr="0" horzOverflow="overflow"/>
                </a:tc>
              </a:tr>
              <a:tr h="580438">
                <a:tc>
                  <a:txBody>
                    <a:bodyPr/>
                    <a:lstStyle/>
                    <a:p>
                      <a:pPr algn="ctr">
                        <a:defRPr sz="1800"/>
                      </a:pPr>
                      <a:r>
                        <a:rPr sz="2800"/>
                        <a:t>Settlement Classification</a:t>
                      </a:r>
                    </a:p>
                  </a:txBody>
                  <a:tcPr marL="91425" marR="91425" marT="91425" marB="91425" anchor="t" anchorCtr="0" horzOverflow="overflow"/>
                </a:tc>
                <a:tc>
                  <a:txBody>
                    <a:bodyPr/>
                    <a:lstStyle/>
                    <a:p>
                      <a:pPr algn="ctr">
                        <a:defRPr sz="1800"/>
                      </a:pPr>
                      <a:r>
                        <a:rPr sz="2800"/>
                        <a:t>97%</a:t>
                      </a:r>
                    </a:p>
                  </a:txBody>
                  <a:tcPr marL="91425" marR="91425" marT="91425" marB="91425" anchor="t" anchorCtr="0" horzOverflow="overflow"/>
                </a:tc>
              </a:tr>
              <a:tr h="580438">
                <a:tc>
                  <a:txBody>
                    <a:bodyPr/>
                    <a:lstStyle/>
                    <a:p>
                      <a:pPr algn="ctr">
                        <a:defRPr sz="1800"/>
                      </a:pPr>
                      <a:r>
                        <a:rPr sz="2800"/>
                        <a:t>Continent Classification + Embeddings</a:t>
                      </a:r>
                    </a:p>
                  </a:txBody>
                  <a:tcPr marL="91425" marR="91425" marT="91425" marB="91425" anchor="t" anchorCtr="0" horzOverflow="overflow"/>
                </a:tc>
                <a:tc>
                  <a:txBody>
                    <a:bodyPr/>
                    <a:lstStyle/>
                    <a:p>
                      <a:pPr algn="ctr">
                        <a:defRPr sz="1800"/>
                      </a:pPr>
                      <a:r>
                        <a:rPr sz="2800"/>
                        <a:t>88.9%</a:t>
                      </a:r>
                    </a:p>
                  </a:txBody>
                  <a:tcPr marL="91425" marR="91425" marT="91425" marB="91425" anchor="t" anchorCtr="0" horzOverflow="overflow"/>
                </a:tc>
              </a:tr>
            </a:tbl>
          </a:graphicData>
        </a:graphic>
      </p:graphicFrame>
      <p:sp>
        <p:nvSpPr>
          <p:cNvPr id="118" name="Google Shape;63;p13"/>
          <p:cNvSpPr txBox="1"/>
          <p:nvPr/>
        </p:nvSpPr>
        <p:spPr>
          <a:xfrm>
            <a:off x="375374" y="23483723"/>
            <a:ext cx="11266335" cy="7129373"/>
          </a:xfrm>
          <a:prstGeom prst="rect">
            <a:avLst/>
          </a:prstGeom>
          <a:ln w="12700">
            <a:miter lim="400000"/>
          </a:ln>
          <a:extLst>
            <a:ext uri="{C572A759-6A51-4108-AA02-DFA0A04FC94B}">
              <ma14:wrappingTextBoxFlag xmlns:ma14="http://schemas.microsoft.com/office/mac/drawingml/2011/main" val="1"/>
            </a:ext>
          </a:extLst>
        </p:spPr>
        <p:txBody>
          <a:bodyPr lIns="400305" tIns="400305" rIns="400305" bIns="400305">
            <a:spAutoFit/>
          </a:bodyPr>
          <a:lstStyle/>
          <a:p>
            <a:pPr>
              <a:defRPr b="1" sz="4600"/>
            </a:pPr>
            <a:r>
              <a:t>Training Loops </a:t>
            </a:r>
          </a:p>
          <a:p>
            <a:pPr>
              <a:lnSpc>
                <a:spcPct val="115000"/>
              </a:lnSpc>
              <a:defRPr sz="3200">
                <a:solidFill>
                  <a:srgbClr val="1B2529"/>
                </a:solidFill>
              </a:defRPr>
            </a:pPr>
            <a:r>
              <a:t>We evaluated 10 training loops across 4 architectures, DINOv2, ResNet50, CLIP, and ConvNeXt, with various fine-tuning strategies on the GeoGuessr dataset. Results are shown in Figure 2.</a:t>
            </a:r>
          </a:p>
          <a:p>
            <a:pPr>
              <a:lnSpc>
                <a:spcPct val="115000"/>
              </a:lnSpc>
              <a:spcBef>
                <a:spcPts val="1700"/>
              </a:spcBef>
            </a:pPr>
            <a:endParaRPr sz="3200">
              <a:solidFill>
                <a:srgbClr val="1B2529"/>
              </a:solidFill>
            </a:endParaRPr>
          </a:p>
          <a:p>
            <a:pPr>
              <a:lnSpc>
                <a:spcPct val="115000"/>
              </a:lnSpc>
              <a:spcBef>
                <a:spcPts val="1700"/>
              </a:spcBef>
            </a:pPr>
            <a:endParaRPr sz="3200">
              <a:solidFill>
                <a:srgbClr val="1B2529"/>
              </a:solidFill>
            </a:endParaRPr>
          </a:p>
          <a:p>
            <a:pPr>
              <a:lnSpc>
                <a:spcPct val="115000"/>
              </a:lnSpc>
              <a:spcBef>
                <a:spcPts val="1700"/>
              </a:spcBef>
            </a:pPr>
            <a:endParaRPr sz="3200">
              <a:solidFill>
                <a:srgbClr val="1B2529"/>
              </a:solidFill>
            </a:endParaRPr>
          </a:p>
          <a:p>
            <a:pPr indent="457200">
              <a:lnSpc>
                <a:spcPct val="115000"/>
              </a:lnSpc>
              <a:spcBef>
                <a:spcPts val="1700"/>
              </a:spcBef>
            </a:pPr>
            <a:endParaRPr sz="3200">
              <a:solidFill>
                <a:srgbClr val="1B2529"/>
              </a:solidFill>
            </a:endParaRPr>
          </a:p>
        </p:txBody>
      </p:sp>
      <p:pic>
        <p:nvPicPr>
          <p:cNvPr id="119" name="Google Shape;64;p13" descr="Google Shape;64;p13"/>
          <p:cNvPicPr>
            <a:picLocks noChangeAspect="1"/>
          </p:cNvPicPr>
          <p:nvPr/>
        </p:nvPicPr>
        <p:blipFill>
          <a:blip r:embed="rId2">
            <a:extLst/>
          </a:blip>
          <a:srcRect l="2836" t="3075" r="0" b="3178"/>
          <a:stretch>
            <a:fillRect/>
          </a:stretch>
        </p:blipFill>
        <p:spPr>
          <a:xfrm>
            <a:off x="13291249" y="3549638"/>
            <a:ext cx="9993502" cy="7572917"/>
          </a:xfrm>
          <a:prstGeom prst="rect">
            <a:avLst/>
          </a:prstGeom>
          <a:ln w="12700">
            <a:miter lim="400000"/>
          </a:ln>
        </p:spPr>
      </p:pic>
      <p:sp>
        <p:nvSpPr>
          <p:cNvPr id="120" name="Google Shape;65;p13"/>
          <p:cNvSpPr txBox="1"/>
          <p:nvPr/>
        </p:nvSpPr>
        <p:spPr>
          <a:xfrm>
            <a:off x="25002863" y="12313033"/>
            <a:ext cx="11436999" cy="7179515"/>
          </a:xfrm>
          <a:prstGeom prst="rect">
            <a:avLst/>
          </a:prstGeom>
          <a:ln w="12700">
            <a:miter lim="400000"/>
          </a:ln>
          <a:extLst>
            <a:ext uri="{C572A759-6A51-4108-AA02-DFA0A04FC94B}">
              <ma14:wrappingTextBoxFlag xmlns:ma14="http://schemas.microsoft.com/office/mac/drawingml/2011/main" val="1"/>
            </a:ext>
          </a:extLst>
        </p:spPr>
        <p:txBody>
          <a:bodyPr lIns="400305" tIns="400305" rIns="400305" bIns="400305">
            <a:spAutoFit/>
          </a:bodyPr>
          <a:lstStyle>
            <a:lvl1pPr>
              <a:lnSpc>
                <a:spcPct val="115000"/>
              </a:lnSpc>
              <a:defRPr sz="3200">
                <a:solidFill>
                  <a:srgbClr val="1B2529"/>
                </a:solidFill>
              </a:defRPr>
            </a:lvl1pPr>
          </a:lstStyle>
          <a:p>
            <a:pPr/>
            <a:r>
              <a:t>Settlement classification achieved the highest accuracy since classification relies on visual cues like density of infrastructure, vegetation coverage, and building spacing. Biome classification was the second highest since biome boundaries are also strongly visually distinct. Country classification achieved the lowest accuracy due to the visual similarity between many regions. After concatenating the three embeddings we saw no real change in accuracy. We attribute this lack of improvement to the fact that the country features likely already implicitly encode much of the environment and settlement context that we anticipated the additional embeddings contributing. </a:t>
            </a:r>
          </a:p>
        </p:txBody>
      </p:sp>
      <p:sp>
        <p:nvSpPr>
          <p:cNvPr id="121" name="Google Shape;66;p13"/>
          <p:cNvSpPr txBox="1"/>
          <p:nvPr/>
        </p:nvSpPr>
        <p:spPr>
          <a:xfrm>
            <a:off x="12654832" y="11056410"/>
            <a:ext cx="11266335" cy="524227"/>
          </a:xfrm>
          <a:prstGeom prst="rect">
            <a:avLst/>
          </a:prstGeom>
          <a:ln w="12700">
            <a:miter lim="400000"/>
          </a:ln>
          <a:extLst>
            <a:ext uri="{C572A759-6A51-4108-AA02-DFA0A04FC94B}">
              <ma14:wrappingTextBoxFlag xmlns:ma14="http://schemas.microsoft.com/office/mac/drawingml/2011/main" val="1"/>
            </a:ext>
          </a:extLst>
        </p:spPr>
        <p:txBody>
          <a:bodyPr lIns="101583" tIns="101583" rIns="101583" bIns="101583">
            <a:spAutoFit/>
          </a:bodyPr>
          <a:lstStyle/>
          <a:p>
            <a:pPr algn="ctr">
              <a:defRPr b="1" i="1" sz="2200"/>
            </a:pPr>
            <a:r>
              <a:t>Figure 2. </a:t>
            </a:r>
            <a:r>
              <a:rPr b="0"/>
              <a:t>Accuracy vs. Training Time by Architecture &amp; Fine-Tuning Strategy</a:t>
            </a:r>
          </a:p>
        </p:txBody>
      </p:sp>
      <p:pic>
        <p:nvPicPr>
          <p:cNvPr id="122" name="country_distribution.pngGoogle Shape;67;p13" descr="country_distribution.pngGoogle Shape;67;p13"/>
          <p:cNvPicPr>
            <a:picLocks noChangeAspect="1"/>
          </p:cNvPicPr>
          <p:nvPr/>
        </p:nvPicPr>
        <p:blipFill>
          <a:blip r:embed="rId3">
            <a:extLst/>
          </a:blip>
          <a:srcRect l="0" t="2903" r="0" b="0"/>
          <a:stretch>
            <a:fillRect/>
          </a:stretch>
        </p:blipFill>
        <p:spPr>
          <a:xfrm>
            <a:off x="1338915" y="16399482"/>
            <a:ext cx="9339224" cy="6478112"/>
          </a:xfrm>
          <a:prstGeom prst="rect">
            <a:avLst/>
          </a:prstGeom>
          <a:ln w="12700">
            <a:miter lim="400000"/>
          </a:ln>
        </p:spPr>
      </p:pic>
      <p:sp>
        <p:nvSpPr>
          <p:cNvPr id="123" name="Google Shape;68;p13"/>
          <p:cNvSpPr txBox="1"/>
          <p:nvPr/>
        </p:nvSpPr>
        <p:spPr>
          <a:xfrm>
            <a:off x="375360" y="23010606"/>
            <a:ext cx="11437001" cy="524227"/>
          </a:xfrm>
          <a:prstGeom prst="rect">
            <a:avLst/>
          </a:prstGeom>
          <a:ln w="12700">
            <a:miter lim="400000"/>
          </a:ln>
          <a:extLst>
            <a:ext uri="{C572A759-6A51-4108-AA02-DFA0A04FC94B}">
              <ma14:wrappingTextBoxFlag xmlns:ma14="http://schemas.microsoft.com/office/mac/drawingml/2011/main" val="1"/>
            </a:ext>
          </a:extLst>
        </p:spPr>
        <p:txBody>
          <a:bodyPr lIns="101583" tIns="101583" rIns="101583" bIns="101583">
            <a:spAutoFit/>
          </a:bodyPr>
          <a:lstStyle/>
          <a:p>
            <a:pPr algn="ctr">
              <a:defRPr b="1" i="1" sz="2200"/>
            </a:pPr>
            <a:r>
              <a:t>Figure 1. </a:t>
            </a:r>
            <a:r>
              <a:rPr b="0"/>
              <a:t>Top 40 Countries (max 1000/class, min20/class) - 93 countries, 42,235 images</a:t>
            </a:r>
          </a:p>
        </p:txBody>
      </p:sp>
      <p:pic>
        <p:nvPicPr>
          <p:cNvPr id="124" name="Google Shape;69;p13" descr="Google Shape;69;p13"/>
          <p:cNvPicPr>
            <a:picLocks noChangeAspect="1"/>
          </p:cNvPicPr>
          <p:nvPr/>
        </p:nvPicPr>
        <p:blipFill>
          <a:blip r:embed="rId4">
            <a:extLst/>
          </a:blip>
          <a:srcRect l="0" t="4644" r="0" b="0"/>
          <a:stretch>
            <a:fillRect/>
          </a:stretch>
        </p:blipFill>
        <p:spPr>
          <a:xfrm>
            <a:off x="26688423" y="3503835"/>
            <a:ext cx="8152137" cy="8266308"/>
          </a:xfrm>
          <a:prstGeom prst="rect">
            <a:avLst/>
          </a:prstGeom>
          <a:ln w="12700">
            <a:miter lim="400000"/>
          </a:ln>
        </p:spPr>
      </p:pic>
      <p:graphicFrame>
        <p:nvGraphicFramePr>
          <p:cNvPr id="125" name="Google Shape;70;p13"/>
          <p:cNvGraphicFramePr/>
          <p:nvPr/>
        </p:nvGraphicFramePr>
        <p:xfrm>
          <a:off x="819138" y="11591227"/>
          <a:ext cx="10747749" cy="295034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998493"/>
                <a:gridCol w="2595099"/>
                <a:gridCol w="4563717"/>
                <a:gridCol w="1580914"/>
              </a:tblGrid>
              <a:tr h="558071">
                <a:tc>
                  <a:txBody>
                    <a:bodyPr/>
                    <a:lstStyle/>
                    <a:p>
                      <a:pPr algn="ctr">
                        <a:defRPr sz="1800"/>
                      </a:pPr>
                      <a:r>
                        <a:rPr b="1" sz="2800"/>
                        <a:t>Task</a:t>
                      </a:r>
                    </a:p>
                  </a:txBody>
                  <a:tcPr marL="91425" marR="91425" marT="91425" marB="91425" anchor="t" anchorCtr="0" horzOverflow="overflow"/>
                </a:tc>
                <a:tc>
                  <a:txBody>
                    <a:bodyPr/>
                    <a:lstStyle/>
                    <a:p>
                      <a:pPr algn="ctr">
                        <a:defRPr sz="1800"/>
                      </a:pPr>
                      <a:r>
                        <a:rPr b="1" sz="2800"/>
                        <a:t>Dataset</a:t>
                      </a:r>
                    </a:p>
                  </a:txBody>
                  <a:tcPr marL="91425" marR="91425" marT="91425" marB="91425" anchor="t" anchorCtr="0" horzOverflow="overflow"/>
                </a:tc>
                <a:tc>
                  <a:txBody>
                    <a:bodyPr/>
                    <a:lstStyle/>
                    <a:p>
                      <a:pPr algn="ctr">
                        <a:defRPr sz="1800"/>
                      </a:pPr>
                      <a:r>
                        <a:rPr b="1" sz="2800"/>
                        <a:t>Labels</a:t>
                      </a:r>
                    </a:p>
                  </a:txBody>
                  <a:tcPr marL="91425" marR="91425" marT="91425" marB="91425" anchor="t" anchorCtr="0" horzOverflow="overflow"/>
                </a:tc>
                <a:tc>
                  <a:txBody>
                    <a:bodyPr/>
                    <a:lstStyle/>
                    <a:p>
                      <a:pPr algn="ctr">
                        <a:defRPr sz="1800"/>
                      </a:pPr>
                      <a:r>
                        <a:rPr b="1" sz="2800"/>
                        <a:t>Images</a:t>
                      </a:r>
                    </a:p>
                  </a:txBody>
                  <a:tcPr marL="91425" marR="91425" marT="91425" marB="91425" anchor="t" anchorCtr="0" horzOverflow="overflow"/>
                </a:tc>
              </a:tr>
              <a:tr h="880905">
                <a:tc>
                  <a:txBody>
                    <a:bodyPr/>
                    <a:lstStyle/>
                    <a:p>
                      <a:pPr algn="ctr">
                        <a:defRPr sz="1800"/>
                      </a:pPr>
                      <a:r>
                        <a:rPr sz="2600"/>
                        <a:t>Biome </a:t>
                      </a:r>
                    </a:p>
                  </a:txBody>
                  <a:tcPr marL="91425" marR="91425" marT="91425" marB="91425" anchor="t" anchorCtr="0" horzOverflow="overflow"/>
                </a:tc>
                <a:tc>
                  <a:txBody>
                    <a:bodyPr/>
                    <a:lstStyle/>
                    <a:p>
                      <a:pPr algn="ctr">
                        <a:defRPr sz="1800"/>
                      </a:pPr>
                      <a:r>
                        <a:rPr sz="2600"/>
                        <a:t>Intel Image Classification</a:t>
                      </a:r>
                    </a:p>
                  </a:txBody>
                  <a:tcPr marL="91425" marR="91425" marT="91425" marB="91425" anchor="t" anchorCtr="0" horzOverflow="overflow"/>
                </a:tc>
                <a:tc>
                  <a:txBody>
                    <a:bodyPr/>
                    <a:lstStyle/>
                    <a:p>
                      <a:pPr algn="ctr">
                        <a:defRPr sz="1800"/>
                      </a:pPr>
                      <a:r>
                        <a:rPr sz="2600"/>
                        <a:t>Buildings, Forest, Glacier,Mountain, Sea, Street </a:t>
                      </a:r>
                    </a:p>
                  </a:txBody>
                  <a:tcPr marL="91425" marR="91425" marT="91425" marB="91425" anchor="t" anchorCtr="0" horzOverflow="overflow"/>
                </a:tc>
                <a:tc>
                  <a:txBody>
                    <a:bodyPr/>
                    <a:lstStyle/>
                    <a:p>
                      <a:pPr algn="ctr">
                        <a:defRPr sz="1800"/>
                      </a:pPr>
                      <a:r>
                        <a:rPr sz="2600"/>
                        <a:t>~25,000</a:t>
                      </a:r>
                    </a:p>
                  </a:txBody>
                  <a:tcPr marL="91425" marR="91425" marT="91425" marB="91425" anchor="t" anchorCtr="0" horzOverflow="overflow"/>
                </a:tc>
              </a:tr>
              <a:tr h="968972">
                <a:tc>
                  <a:txBody>
                    <a:bodyPr/>
                    <a:lstStyle/>
                    <a:p>
                      <a:pPr algn="ctr">
                        <a:defRPr sz="1800"/>
                      </a:pPr>
                      <a:r>
                        <a:rPr sz="2600"/>
                        <a:t>Settlement </a:t>
                      </a:r>
                    </a:p>
                  </a:txBody>
                  <a:tcPr marL="91425" marR="91425" marT="91425" marB="91425" anchor="t" anchorCtr="0" horzOverflow="overflow"/>
                </a:tc>
                <a:tc>
                  <a:txBody>
                    <a:bodyPr/>
                    <a:lstStyle/>
                    <a:p>
                      <a:pPr algn="ctr">
                        <a:defRPr sz="1800"/>
                      </a:pPr>
                      <a:r>
                        <a:rPr sz="2800"/>
                        <a:t>Global Streetscapes</a:t>
                      </a:r>
                    </a:p>
                  </a:txBody>
                  <a:tcPr marL="91425" marR="91425" marT="91425" marB="91425" anchor="t" anchorCtr="0" horzOverflow="overflow"/>
                </a:tc>
                <a:tc>
                  <a:txBody>
                    <a:bodyPr/>
                    <a:lstStyle/>
                    <a:p>
                      <a:pPr algn="ctr">
                        <a:defRPr sz="1800"/>
                      </a:pPr>
                      <a:r>
                        <a:rPr sz="2600"/>
                        <a:t>Urban, Suburban, Rural</a:t>
                      </a:r>
                    </a:p>
                  </a:txBody>
                  <a:tcPr marL="91425" marR="91425" marT="91425" marB="91425" anchor="t" anchorCtr="0" horzOverflow="overflow"/>
                </a:tc>
                <a:tc>
                  <a:txBody>
                    <a:bodyPr/>
                    <a:lstStyle/>
                    <a:p>
                      <a:pPr algn="ctr">
                        <a:defRPr sz="1800"/>
                      </a:pPr>
                      <a:r>
                        <a:rPr sz="2600"/>
                        <a:t>~20,000</a:t>
                      </a:r>
                    </a:p>
                  </a:txBody>
                  <a:tcPr marL="91425" marR="91425" marT="91425" marB="91425" anchor="t" anchorCtr="0" horzOverflow="overflow"/>
                </a:tc>
              </a:tr>
              <a:tr h="533155">
                <a:tc>
                  <a:txBody>
                    <a:bodyPr/>
                    <a:lstStyle/>
                    <a:p>
                      <a:pPr algn="ctr">
                        <a:defRPr sz="1800"/>
                      </a:pPr>
                      <a:r>
                        <a:rPr sz="2600"/>
                        <a:t>Country </a:t>
                      </a:r>
                    </a:p>
                  </a:txBody>
                  <a:tcPr marL="91425" marR="91425" marT="91425" marB="91425" anchor="t" anchorCtr="0" horzOverflow="overflow"/>
                </a:tc>
                <a:tc>
                  <a:txBody>
                    <a:bodyPr/>
                    <a:lstStyle/>
                    <a:p>
                      <a:pPr algn="ctr">
                        <a:defRPr sz="1800"/>
                      </a:pPr>
                      <a:r>
                        <a:rPr sz="2600"/>
                        <a:t>Geoguessr</a:t>
                      </a:r>
                    </a:p>
                  </a:txBody>
                  <a:tcPr marL="91425" marR="91425" marT="91425" marB="91425" anchor="t" anchorCtr="0" horzOverflow="overflow"/>
                </a:tc>
                <a:tc>
                  <a:txBody>
                    <a:bodyPr/>
                    <a:lstStyle/>
                    <a:p>
                      <a:pPr algn="ctr">
                        <a:defRPr sz="1800"/>
                      </a:pPr>
                      <a:r>
                        <a:rPr sz="2600"/>
                        <a:t>93 countries represented </a:t>
                      </a:r>
                    </a:p>
                  </a:txBody>
                  <a:tcPr marL="91425" marR="91425" marT="91425" marB="91425" anchor="t" anchorCtr="0" horzOverflow="overflow"/>
                </a:tc>
                <a:tc>
                  <a:txBody>
                    <a:bodyPr/>
                    <a:lstStyle/>
                    <a:p>
                      <a:pPr algn="ctr">
                        <a:defRPr sz="1800"/>
                      </a:pPr>
                      <a:r>
                        <a:rPr sz="2600"/>
                        <a:t>~50,000</a:t>
                      </a:r>
                    </a:p>
                  </a:txBody>
                  <a:tcPr marL="91425" marR="91425" marT="91425" marB="91425" anchor="t" anchorCtr="0" horzOverflow="overflow"/>
                </a:tc>
              </a:tr>
            </a:tbl>
          </a:graphicData>
        </a:graphic>
      </p:graphicFrame>
      <p:sp>
        <p:nvSpPr>
          <p:cNvPr id="126" name="Google Shape;71;p13"/>
          <p:cNvSpPr txBox="1"/>
          <p:nvPr/>
        </p:nvSpPr>
        <p:spPr>
          <a:xfrm>
            <a:off x="819138" y="14926561"/>
            <a:ext cx="10583334" cy="1599573"/>
          </a:xfrm>
          <a:prstGeom prst="rect">
            <a:avLst/>
          </a:prstGeom>
          <a:ln w="12700">
            <a:miter lim="400000"/>
          </a:ln>
          <a:extLst>
            <a:ext uri="{C572A759-6A51-4108-AA02-DFA0A04FC94B}">
              <ma14:wrappingTextBoxFlag xmlns:ma14="http://schemas.microsoft.com/office/mac/drawingml/2011/main" val="1"/>
            </a:ext>
          </a:extLst>
        </p:spPr>
        <p:txBody>
          <a:bodyPr lIns="101583" tIns="101583" rIns="101583" bIns="101583">
            <a:spAutoFit/>
          </a:bodyPr>
          <a:lstStyle>
            <a:lvl1pPr>
              <a:defRPr sz="3200"/>
            </a:lvl1pPr>
          </a:lstStyle>
          <a:p>
            <a:pPr/>
            <a:r>
              <a:t>For each dataset, all labels were normalized and images were resized to a uniform 224×224.</a:t>
            </a:r>
          </a:p>
        </p:txBody>
      </p:sp>
      <p:pic>
        <p:nvPicPr>
          <p:cNvPr id="127" name="Google Shape;72;p13" descr="Google Shape;72;p13"/>
          <p:cNvPicPr>
            <a:picLocks noChangeAspect="1"/>
          </p:cNvPicPr>
          <p:nvPr/>
        </p:nvPicPr>
        <p:blipFill>
          <a:blip r:embed="rId5">
            <a:extLst/>
          </a:blip>
          <a:stretch>
            <a:fillRect/>
          </a:stretch>
        </p:blipFill>
        <p:spPr>
          <a:xfrm>
            <a:off x="1313515" y="8321582"/>
            <a:ext cx="2899835" cy="1947335"/>
          </a:xfrm>
          <a:prstGeom prst="rect">
            <a:avLst/>
          </a:prstGeom>
          <a:ln w="12700">
            <a:miter lim="400000"/>
          </a:ln>
        </p:spPr>
      </p:pic>
      <p:sp>
        <p:nvSpPr>
          <p:cNvPr id="128" name="Google Shape;73;p13"/>
          <p:cNvSpPr/>
          <p:nvPr/>
        </p:nvSpPr>
        <p:spPr>
          <a:xfrm>
            <a:off x="4711277" y="8862693"/>
            <a:ext cx="1912001" cy="561668"/>
          </a:xfrm>
          <a:prstGeom prst="rightArrow">
            <a:avLst>
              <a:gd name="adj1" fmla="val 50000"/>
              <a:gd name="adj2" fmla="val 50000"/>
            </a:avLst>
          </a:prstGeom>
          <a:solidFill>
            <a:srgbClr val="3D85C6"/>
          </a:solidFill>
          <a:ln w="3175">
            <a:solidFill>
              <a:schemeClr val="accent2">
                <a:lumOff val="21764"/>
              </a:schemeClr>
            </a:solidFill>
          </a:ln>
        </p:spPr>
        <p:txBody>
          <a:bodyPr lIns="0" tIns="0" rIns="0" bIns="0" anchor="ctr"/>
          <a:lstStyle/>
          <a:p>
            <a:pPr algn="ctr">
              <a:defRPr>
                <a:solidFill>
                  <a:srgbClr val="3D85C6"/>
                </a:solidFill>
              </a:defRPr>
            </a:pPr>
          </a:p>
        </p:txBody>
      </p:sp>
      <p:pic>
        <p:nvPicPr>
          <p:cNvPr id="129" name="Google Shape;74;p13" descr="Google Shape;74;p13"/>
          <p:cNvPicPr>
            <a:picLocks noChangeAspect="1"/>
          </p:cNvPicPr>
          <p:nvPr/>
        </p:nvPicPr>
        <p:blipFill>
          <a:blip r:embed="rId6">
            <a:extLst/>
          </a:blip>
          <a:srcRect l="0" t="0" r="0" b="15910"/>
          <a:stretch>
            <a:fillRect/>
          </a:stretch>
        </p:blipFill>
        <p:spPr>
          <a:xfrm>
            <a:off x="571360" y="112608"/>
            <a:ext cx="2818084" cy="2754583"/>
          </a:xfrm>
          <a:prstGeom prst="rect">
            <a:avLst/>
          </a:prstGeom>
          <a:ln w="12700">
            <a:miter lim="400000"/>
          </a:ln>
        </p:spPr>
      </p:pic>
      <p:sp>
        <p:nvSpPr>
          <p:cNvPr id="130" name="Google Shape;75;p13"/>
          <p:cNvSpPr txBox="1"/>
          <p:nvPr/>
        </p:nvSpPr>
        <p:spPr>
          <a:xfrm>
            <a:off x="25412751" y="11961324"/>
            <a:ext cx="11013333" cy="486958"/>
          </a:xfrm>
          <a:prstGeom prst="rect">
            <a:avLst/>
          </a:prstGeom>
          <a:ln w="12700">
            <a:miter lim="400000"/>
          </a:ln>
          <a:extLst>
            <a:ext uri="{C572A759-6A51-4108-AA02-DFA0A04FC94B}">
              <ma14:wrappingTextBoxFlag xmlns:ma14="http://schemas.microsoft.com/office/mac/drawingml/2011/main" val="1"/>
            </a:ext>
          </a:extLst>
        </p:spPr>
        <p:txBody>
          <a:bodyPr lIns="101583" tIns="101583" rIns="101583" bIns="101583">
            <a:spAutoFit/>
          </a:bodyPr>
          <a:lstStyle/>
          <a:p>
            <a:pPr algn="ctr">
              <a:defRPr b="1" i="1" sz="2000"/>
            </a:pPr>
            <a:r>
              <a:t>Figure 3. </a:t>
            </a:r>
            <a:r>
              <a:rPr b="0"/>
              <a:t>Model Failure Cases (True Label vs. Predicted)</a:t>
            </a:r>
          </a:p>
        </p:txBody>
      </p:sp>
      <p:sp>
        <p:nvSpPr>
          <p:cNvPr id="131" name="Text"/>
          <p:cNvSpPr txBox="1"/>
          <p:nvPr/>
        </p:nvSpPr>
        <p:spPr>
          <a:xfrm>
            <a:off x="18095317" y="13605023"/>
            <a:ext cx="385366" cy="221954"/>
          </a:xfrm>
          <a:prstGeom prst="rect">
            <a:avLst/>
          </a:prstGeom>
          <a:ln w="12700">
            <a:miter lim="400000"/>
          </a:ln>
        </p:spPr>
        <p:txBody>
          <a:bodyPr wrap="none" lIns="0" tIns="0" rIns="0" bIns="0">
            <a:spAutoFit/>
          </a:bodyPr>
          <a:lstStyle/>
          <a:p>
            <a:pPr/>
          </a:p>
        </p:txBody>
      </p:sp>
      <p:sp>
        <p:nvSpPr>
          <p:cNvPr id="132" name="TextBox 3"/>
          <p:cNvSpPr txBox="1"/>
          <p:nvPr/>
        </p:nvSpPr>
        <p:spPr>
          <a:xfrm>
            <a:off x="33141921" y="351979"/>
            <a:ext cx="3181215" cy="2275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defTabSz="457200">
              <a:defRPr b="1" sz="7200">
                <a:latin typeface="Myriad Pro"/>
                <a:ea typeface="Myriad Pro"/>
                <a:cs typeface="Myriad Pro"/>
                <a:sym typeface="Myriad Pro"/>
              </a:defRPr>
            </a:pPr>
            <a:r>
              <a:t>CSCI</a:t>
            </a:r>
            <a:br/>
            <a:r>
              <a:t>1430</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127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1055076"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127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1055076"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127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1055076"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127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1055076" rtl="0" fontAlgn="auto" latinLnBrk="0" hangingPunct="0">
          <a:lnSpc>
            <a:spcPct val="100000"/>
          </a:lnSpc>
          <a:spcBef>
            <a:spcPts val="0"/>
          </a:spcBef>
          <a:spcAft>
            <a:spcPts val="0"/>
          </a:spcAft>
          <a:buClrTx/>
          <a:buSzTx/>
          <a:buFontTx/>
          <a:buNone/>
          <a:tabLst/>
          <a:defRPr b="0" baseline="0" cap="none" i="0" spc="0" strike="noStrike" sz="16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